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6"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5"/>
    <p:restoredTop sz="94656"/>
  </p:normalViewPr>
  <p:slideViewPr>
    <p:cSldViewPr snapToGrid="0">
      <p:cViewPr varScale="1">
        <p:scale>
          <a:sx n="112" d="100"/>
          <a:sy n="112" d="100"/>
        </p:scale>
        <p:origin x="50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BE1269D-F419-4871-A35B-8D86298D50EA}" type="doc">
      <dgm:prSet loTypeId="urn:microsoft.com/office/officeart/2008/layout/CaptionedPictures" loCatId="list" qsTypeId="urn:microsoft.com/office/officeart/2005/8/quickstyle/simple1" qsCatId="simple" csTypeId="urn:microsoft.com/office/officeart/2005/8/colors/accent0_3" csCatId="mainScheme" phldr="1"/>
      <dgm:spPr/>
      <dgm:t>
        <a:bodyPr/>
        <a:lstStyle/>
        <a:p>
          <a:endParaRPr lang="en-US"/>
        </a:p>
      </dgm:t>
    </dgm:pt>
    <dgm:pt modelId="{C36D9BB9-E319-4DD9-BAC6-5C7D85C634F2}">
      <dgm:prSet/>
      <dgm:spPr/>
      <dgm:t>
        <a:bodyPr/>
        <a:lstStyle/>
        <a:p>
          <a:r>
            <a:rPr lang="en-US"/>
            <a:t>Introduction</a:t>
          </a:r>
        </a:p>
      </dgm:t>
    </dgm:pt>
    <dgm:pt modelId="{CA12E022-AD5D-4999-85CB-E0FFC6495263}" type="parTrans" cxnId="{00553892-9D44-43B4-8FBB-6562BB6ED3E7}">
      <dgm:prSet/>
      <dgm:spPr/>
      <dgm:t>
        <a:bodyPr/>
        <a:lstStyle/>
        <a:p>
          <a:endParaRPr lang="en-US"/>
        </a:p>
      </dgm:t>
    </dgm:pt>
    <dgm:pt modelId="{3DFBAF57-61C6-42EB-A960-BB17BC161795}" type="sibTrans" cxnId="{00553892-9D44-43B4-8FBB-6562BB6ED3E7}">
      <dgm:prSet/>
      <dgm:spPr/>
      <dgm:t>
        <a:bodyPr/>
        <a:lstStyle/>
        <a:p>
          <a:endParaRPr lang="en-US"/>
        </a:p>
      </dgm:t>
    </dgm:pt>
    <dgm:pt modelId="{08AD0689-6745-4D58-8DBE-C5318B852345}">
      <dgm:prSet/>
      <dgm:spPr/>
      <dgm:t>
        <a:bodyPr/>
        <a:lstStyle/>
        <a:p>
          <a:r>
            <a:rPr lang="en-US" dirty="0"/>
            <a:t>UML Diagram</a:t>
          </a:r>
        </a:p>
      </dgm:t>
    </dgm:pt>
    <dgm:pt modelId="{D386EF7F-A405-40A4-AD28-801CA03C1A26}" type="parTrans" cxnId="{F8C56FA1-4BFE-4301-B356-13D6431CB4E4}">
      <dgm:prSet/>
      <dgm:spPr/>
      <dgm:t>
        <a:bodyPr/>
        <a:lstStyle/>
        <a:p>
          <a:endParaRPr lang="en-US"/>
        </a:p>
      </dgm:t>
    </dgm:pt>
    <dgm:pt modelId="{2FE05B32-72A9-4901-B49E-B477239DAF5C}" type="sibTrans" cxnId="{F8C56FA1-4BFE-4301-B356-13D6431CB4E4}">
      <dgm:prSet/>
      <dgm:spPr/>
      <dgm:t>
        <a:bodyPr/>
        <a:lstStyle/>
        <a:p>
          <a:endParaRPr lang="en-US"/>
        </a:p>
      </dgm:t>
    </dgm:pt>
    <dgm:pt modelId="{13134C99-34CD-234A-BBDA-27D03A5AFB46}">
      <dgm:prSet/>
      <dgm:spPr/>
      <dgm:t>
        <a:bodyPr/>
        <a:lstStyle/>
        <a:p>
          <a:r>
            <a:rPr lang="en-US" dirty="0"/>
            <a:t>Sequence Diagram</a:t>
          </a:r>
        </a:p>
      </dgm:t>
    </dgm:pt>
    <dgm:pt modelId="{D2D1E4D5-F8B9-4443-98AC-876D28ECAB09}" type="parTrans" cxnId="{FD3C4100-CD4B-BF41-8719-FA173A5D3FF9}">
      <dgm:prSet/>
      <dgm:spPr/>
      <dgm:t>
        <a:bodyPr/>
        <a:lstStyle/>
        <a:p>
          <a:endParaRPr lang="en-US"/>
        </a:p>
      </dgm:t>
    </dgm:pt>
    <dgm:pt modelId="{CBA6BD30-3AA3-B741-922F-51BC0A79B6D6}" type="sibTrans" cxnId="{FD3C4100-CD4B-BF41-8719-FA173A5D3FF9}">
      <dgm:prSet/>
      <dgm:spPr/>
      <dgm:t>
        <a:bodyPr/>
        <a:lstStyle/>
        <a:p>
          <a:endParaRPr lang="en-US"/>
        </a:p>
      </dgm:t>
    </dgm:pt>
    <dgm:pt modelId="{9BA30DF9-9D28-F842-A030-03F2638ACE66}">
      <dgm:prSet/>
      <dgm:spPr/>
      <dgm:t>
        <a:bodyPr/>
        <a:lstStyle/>
        <a:p>
          <a:r>
            <a:rPr lang="en-US" dirty="0"/>
            <a:t>High Level Architecture</a:t>
          </a:r>
        </a:p>
      </dgm:t>
    </dgm:pt>
    <dgm:pt modelId="{D3F94F8D-4342-6544-96E6-12E296F42E31}" type="parTrans" cxnId="{ECBB3182-1DEF-EE46-86E3-4059222F1DA9}">
      <dgm:prSet/>
      <dgm:spPr/>
      <dgm:t>
        <a:bodyPr/>
        <a:lstStyle/>
        <a:p>
          <a:endParaRPr lang="en-US"/>
        </a:p>
      </dgm:t>
    </dgm:pt>
    <dgm:pt modelId="{6365164C-9A4F-5945-B763-7D05974505A3}" type="sibTrans" cxnId="{ECBB3182-1DEF-EE46-86E3-4059222F1DA9}">
      <dgm:prSet/>
      <dgm:spPr/>
      <dgm:t>
        <a:bodyPr/>
        <a:lstStyle/>
        <a:p>
          <a:endParaRPr lang="en-US"/>
        </a:p>
      </dgm:t>
    </dgm:pt>
    <dgm:pt modelId="{D23ABF72-EDF0-C64A-8CBB-6E6F6B7BEB60}">
      <dgm:prSet/>
      <dgm:spPr/>
      <dgm:t>
        <a:bodyPr/>
        <a:lstStyle/>
        <a:p>
          <a:endParaRPr lang="en-US" dirty="0"/>
        </a:p>
      </dgm:t>
    </dgm:pt>
    <dgm:pt modelId="{D435D034-900D-E248-AF44-7719C0D45FEE}" type="parTrans" cxnId="{24F30187-89D4-8D41-8F5E-8C8F64BCF6FA}">
      <dgm:prSet/>
      <dgm:spPr/>
      <dgm:t>
        <a:bodyPr/>
        <a:lstStyle/>
        <a:p>
          <a:endParaRPr lang="en-US"/>
        </a:p>
      </dgm:t>
    </dgm:pt>
    <dgm:pt modelId="{6BE09F03-F813-BB45-9152-3E338B101B57}" type="sibTrans" cxnId="{24F30187-89D4-8D41-8F5E-8C8F64BCF6FA}">
      <dgm:prSet/>
      <dgm:spPr/>
      <dgm:t>
        <a:bodyPr/>
        <a:lstStyle/>
        <a:p>
          <a:endParaRPr lang="en-US"/>
        </a:p>
      </dgm:t>
    </dgm:pt>
    <dgm:pt modelId="{9F4F91C9-55A6-5C43-B339-D0611FAF0684}" type="pres">
      <dgm:prSet presAssocID="{EBE1269D-F419-4871-A35B-8D86298D50EA}" presName="Name0" presStyleCnt="0">
        <dgm:presLayoutVars>
          <dgm:chMax/>
          <dgm:chPref/>
          <dgm:dir/>
        </dgm:presLayoutVars>
      </dgm:prSet>
      <dgm:spPr/>
    </dgm:pt>
    <dgm:pt modelId="{C72462CB-815B-154E-98BC-2838743C0C03}" type="pres">
      <dgm:prSet presAssocID="{C36D9BB9-E319-4DD9-BAC6-5C7D85C634F2}" presName="composite" presStyleCnt="0">
        <dgm:presLayoutVars>
          <dgm:chMax val="1"/>
          <dgm:chPref val="1"/>
        </dgm:presLayoutVars>
      </dgm:prSet>
      <dgm:spPr/>
    </dgm:pt>
    <dgm:pt modelId="{3B2739A1-F650-2548-BC29-B71106EC9DF3}" type="pres">
      <dgm:prSet presAssocID="{C36D9BB9-E319-4DD9-BAC6-5C7D85C634F2}" presName="Accent" presStyleLbl="trAlignAcc1" presStyleIdx="0" presStyleCnt="5">
        <dgm:presLayoutVars>
          <dgm:chMax val="0"/>
          <dgm:chPref val="0"/>
        </dgm:presLayoutVars>
      </dgm:prSet>
      <dgm:spPr/>
    </dgm:pt>
    <dgm:pt modelId="{BA928CF2-BF28-984C-96A1-B6B5C179FD0C}" type="pres">
      <dgm:prSet presAssocID="{C36D9BB9-E319-4DD9-BAC6-5C7D85C634F2}" presName="Image" presStyleLbl="alignImgPlace1" presStyleIdx="0" presStyleCnt="5">
        <dgm:presLayoutVars>
          <dgm:chMax val="0"/>
          <dgm:chPref val="0"/>
        </dgm:presLayoutVars>
      </dgm:prSet>
      <dgm:spPr/>
    </dgm:pt>
    <dgm:pt modelId="{20185D9C-4BC3-5142-834F-2D258B69322F}" type="pres">
      <dgm:prSet presAssocID="{C36D9BB9-E319-4DD9-BAC6-5C7D85C634F2}" presName="ChildComposite" presStyleCnt="0"/>
      <dgm:spPr/>
    </dgm:pt>
    <dgm:pt modelId="{45E4CC70-86EF-6248-B3E7-943C7F6B09A8}" type="pres">
      <dgm:prSet presAssocID="{C36D9BB9-E319-4DD9-BAC6-5C7D85C634F2}" presName="Child" presStyleLbl="node1" presStyleIdx="0" presStyleCnt="0">
        <dgm:presLayoutVars>
          <dgm:chMax val="0"/>
          <dgm:chPref val="0"/>
          <dgm:bulletEnabled val="1"/>
        </dgm:presLayoutVars>
      </dgm:prSet>
      <dgm:spPr/>
    </dgm:pt>
    <dgm:pt modelId="{17C006A3-EEFA-3A45-88DD-F8407CDFB953}" type="pres">
      <dgm:prSet presAssocID="{C36D9BB9-E319-4DD9-BAC6-5C7D85C634F2}" presName="Parent" presStyleLbl="revTx" presStyleIdx="0" presStyleCnt="5">
        <dgm:presLayoutVars>
          <dgm:chMax val="1"/>
          <dgm:chPref val="0"/>
          <dgm:bulletEnabled val="1"/>
        </dgm:presLayoutVars>
      </dgm:prSet>
      <dgm:spPr/>
    </dgm:pt>
    <dgm:pt modelId="{B97739F4-2F27-8F43-82F1-96DF796B0F48}" type="pres">
      <dgm:prSet presAssocID="{3DFBAF57-61C6-42EB-A960-BB17BC161795}" presName="sibTrans" presStyleCnt="0"/>
      <dgm:spPr/>
    </dgm:pt>
    <dgm:pt modelId="{1E337137-E615-5142-8F76-0C74FB75FCB6}" type="pres">
      <dgm:prSet presAssocID="{08AD0689-6745-4D58-8DBE-C5318B852345}" presName="composite" presStyleCnt="0">
        <dgm:presLayoutVars>
          <dgm:chMax val="1"/>
          <dgm:chPref val="1"/>
        </dgm:presLayoutVars>
      </dgm:prSet>
      <dgm:spPr/>
    </dgm:pt>
    <dgm:pt modelId="{06F479F1-3DCA-2B4E-A342-7677D3805194}" type="pres">
      <dgm:prSet presAssocID="{08AD0689-6745-4D58-8DBE-C5318B852345}" presName="Accent" presStyleLbl="trAlignAcc1" presStyleIdx="1" presStyleCnt="5">
        <dgm:presLayoutVars>
          <dgm:chMax val="0"/>
          <dgm:chPref val="0"/>
        </dgm:presLayoutVars>
      </dgm:prSet>
      <dgm:spPr/>
    </dgm:pt>
    <dgm:pt modelId="{3AC27D81-1F71-484D-9F02-355518FDF89C}" type="pres">
      <dgm:prSet presAssocID="{08AD0689-6745-4D58-8DBE-C5318B852345}" presName="Image" presStyleLbl="alignImgPlace1" presStyleIdx="1" presStyleCnt="5">
        <dgm:presLayoutVars>
          <dgm:chMax val="0"/>
          <dgm:chPref val="0"/>
        </dgm:presLayoutVars>
      </dgm:prSet>
      <dgm:spPr/>
    </dgm:pt>
    <dgm:pt modelId="{1B92D5F7-D1DB-C24F-84F3-4D948A6A7190}" type="pres">
      <dgm:prSet presAssocID="{08AD0689-6745-4D58-8DBE-C5318B852345}" presName="ChildComposite" presStyleCnt="0"/>
      <dgm:spPr/>
    </dgm:pt>
    <dgm:pt modelId="{5841BBC1-270B-384B-B9F0-C21EF8BA013E}" type="pres">
      <dgm:prSet presAssocID="{08AD0689-6745-4D58-8DBE-C5318B852345}" presName="Child" presStyleLbl="node1" presStyleIdx="0" presStyleCnt="0">
        <dgm:presLayoutVars>
          <dgm:chMax val="0"/>
          <dgm:chPref val="0"/>
          <dgm:bulletEnabled val="1"/>
        </dgm:presLayoutVars>
      </dgm:prSet>
      <dgm:spPr/>
    </dgm:pt>
    <dgm:pt modelId="{C4137255-2FBA-694D-88BB-AC5756B7D79B}" type="pres">
      <dgm:prSet presAssocID="{08AD0689-6745-4D58-8DBE-C5318B852345}" presName="Parent" presStyleLbl="revTx" presStyleIdx="1" presStyleCnt="5">
        <dgm:presLayoutVars>
          <dgm:chMax val="1"/>
          <dgm:chPref val="0"/>
          <dgm:bulletEnabled val="1"/>
        </dgm:presLayoutVars>
      </dgm:prSet>
      <dgm:spPr/>
    </dgm:pt>
    <dgm:pt modelId="{DC40C5A0-5F3D-994D-87F6-D2258BF0A66A}" type="pres">
      <dgm:prSet presAssocID="{2FE05B32-72A9-4901-B49E-B477239DAF5C}" presName="sibTrans" presStyleCnt="0"/>
      <dgm:spPr/>
    </dgm:pt>
    <dgm:pt modelId="{A6285131-D6B4-C94A-BD6D-22812C8E14CC}" type="pres">
      <dgm:prSet presAssocID="{13134C99-34CD-234A-BBDA-27D03A5AFB46}" presName="composite" presStyleCnt="0">
        <dgm:presLayoutVars>
          <dgm:chMax val="1"/>
          <dgm:chPref val="1"/>
        </dgm:presLayoutVars>
      </dgm:prSet>
      <dgm:spPr/>
    </dgm:pt>
    <dgm:pt modelId="{F3FE4700-6A8C-D342-B49E-38000490EDB5}" type="pres">
      <dgm:prSet presAssocID="{13134C99-34CD-234A-BBDA-27D03A5AFB46}" presName="Accent" presStyleLbl="trAlignAcc1" presStyleIdx="2" presStyleCnt="5">
        <dgm:presLayoutVars>
          <dgm:chMax val="0"/>
          <dgm:chPref val="0"/>
        </dgm:presLayoutVars>
      </dgm:prSet>
      <dgm:spPr/>
    </dgm:pt>
    <dgm:pt modelId="{FCADF763-AB2A-714B-8560-A7A5C5DF8AE2}" type="pres">
      <dgm:prSet presAssocID="{13134C99-34CD-234A-BBDA-27D03A5AFB46}" presName="Image" presStyleLbl="alignImgPlace1" presStyleIdx="2" presStyleCnt="5">
        <dgm:presLayoutVars>
          <dgm:chMax val="0"/>
          <dgm:chPref val="0"/>
        </dgm:presLayoutVars>
      </dgm:prSet>
      <dgm:spPr/>
    </dgm:pt>
    <dgm:pt modelId="{C7EB0B36-58EB-FC4F-B2BE-4ACB03DC13F6}" type="pres">
      <dgm:prSet presAssocID="{13134C99-34CD-234A-BBDA-27D03A5AFB46}" presName="ChildComposite" presStyleCnt="0"/>
      <dgm:spPr/>
    </dgm:pt>
    <dgm:pt modelId="{032F9BCF-21B7-F44E-8737-477A6AE71D19}" type="pres">
      <dgm:prSet presAssocID="{13134C99-34CD-234A-BBDA-27D03A5AFB46}" presName="Child" presStyleLbl="node1" presStyleIdx="0" presStyleCnt="0">
        <dgm:presLayoutVars>
          <dgm:chMax val="0"/>
          <dgm:chPref val="0"/>
          <dgm:bulletEnabled val="1"/>
        </dgm:presLayoutVars>
      </dgm:prSet>
      <dgm:spPr/>
    </dgm:pt>
    <dgm:pt modelId="{DCD85AD6-7BE0-E04F-9459-49E4206CACC4}" type="pres">
      <dgm:prSet presAssocID="{13134C99-34CD-234A-BBDA-27D03A5AFB46}" presName="Parent" presStyleLbl="revTx" presStyleIdx="2" presStyleCnt="5">
        <dgm:presLayoutVars>
          <dgm:chMax val="1"/>
          <dgm:chPref val="0"/>
          <dgm:bulletEnabled val="1"/>
        </dgm:presLayoutVars>
      </dgm:prSet>
      <dgm:spPr/>
    </dgm:pt>
    <dgm:pt modelId="{80AA4190-C862-2B4C-8368-7677FB029F9E}" type="pres">
      <dgm:prSet presAssocID="{CBA6BD30-3AA3-B741-922F-51BC0A79B6D6}" presName="sibTrans" presStyleCnt="0"/>
      <dgm:spPr/>
    </dgm:pt>
    <dgm:pt modelId="{B41D759C-6DEC-7A48-9D28-C7126B00E8BC}" type="pres">
      <dgm:prSet presAssocID="{9BA30DF9-9D28-F842-A030-03F2638ACE66}" presName="composite" presStyleCnt="0">
        <dgm:presLayoutVars>
          <dgm:chMax val="1"/>
          <dgm:chPref val="1"/>
        </dgm:presLayoutVars>
      </dgm:prSet>
      <dgm:spPr/>
    </dgm:pt>
    <dgm:pt modelId="{57CF2B79-EB1D-604A-BEB7-42A740286259}" type="pres">
      <dgm:prSet presAssocID="{9BA30DF9-9D28-F842-A030-03F2638ACE66}" presName="Accent" presStyleLbl="trAlignAcc1" presStyleIdx="3" presStyleCnt="5">
        <dgm:presLayoutVars>
          <dgm:chMax val="0"/>
          <dgm:chPref val="0"/>
        </dgm:presLayoutVars>
      </dgm:prSet>
      <dgm:spPr/>
    </dgm:pt>
    <dgm:pt modelId="{109DE6F6-7C1C-7540-8657-B6EB9BE8B0C4}" type="pres">
      <dgm:prSet presAssocID="{9BA30DF9-9D28-F842-A030-03F2638ACE66}" presName="Image" presStyleLbl="alignImgPlace1" presStyleIdx="3" presStyleCnt="5">
        <dgm:presLayoutVars>
          <dgm:chMax val="0"/>
          <dgm:chPref val="0"/>
        </dgm:presLayoutVars>
      </dgm:prSet>
      <dgm:spPr/>
    </dgm:pt>
    <dgm:pt modelId="{5B77E198-3955-0B46-BD3C-277EE2F193E0}" type="pres">
      <dgm:prSet presAssocID="{9BA30DF9-9D28-F842-A030-03F2638ACE66}" presName="ChildComposite" presStyleCnt="0"/>
      <dgm:spPr/>
    </dgm:pt>
    <dgm:pt modelId="{0FDEAB86-5597-2F4D-BBB5-877E0CC8EC1B}" type="pres">
      <dgm:prSet presAssocID="{9BA30DF9-9D28-F842-A030-03F2638ACE66}" presName="Child" presStyleLbl="node1" presStyleIdx="0" presStyleCnt="0">
        <dgm:presLayoutVars>
          <dgm:chMax val="0"/>
          <dgm:chPref val="0"/>
          <dgm:bulletEnabled val="1"/>
        </dgm:presLayoutVars>
      </dgm:prSet>
      <dgm:spPr/>
    </dgm:pt>
    <dgm:pt modelId="{9CE4DD80-0755-1542-9EE2-732B19A44741}" type="pres">
      <dgm:prSet presAssocID="{9BA30DF9-9D28-F842-A030-03F2638ACE66}" presName="Parent" presStyleLbl="revTx" presStyleIdx="3" presStyleCnt="5">
        <dgm:presLayoutVars>
          <dgm:chMax val="1"/>
          <dgm:chPref val="0"/>
          <dgm:bulletEnabled val="1"/>
        </dgm:presLayoutVars>
      </dgm:prSet>
      <dgm:spPr/>
    </dgm:pt>
    <dgm:pt modelId="{49AE05EF-5783-384D-8487-10636DC3203C}" type="pres">
      <dgm:prSet presAssocID="{6365164C-9A4F-5945-B763-7D05974505A3}" presName="sibTrans" presStyleCnt="0"/>
      <dgm:spPr/>
    </dgm:pt>
    <dgm:pt modelId="{FB7B0F99-8EE9-2C44-9CB3-AF9A2E9CBC1E}" type="pres">
      <dgm:prSet presAssocID="{D23ABF72-EDF0-C64A-8CBB-6E6F6B7BEB60}" presName="composite" presStyleCnt="0">
        <dgm:presLayoutVars>
          <dgm:chMax val="1"/>
          <dgm:chPref val="1"/>
        </dgm:presLayoutVars>
      </dgm:prSet>
      <dgm:spPr/>
    </dgm:pt>
    <dgm:pt modelId="{36BC6D37-4C3C-124C-AA41-072F9D11EA07}" type="pres">
      <dgm:prSet presAssocID="{D23ABF72-EDF0-C64A-8CBB-6E6F6B7BEB60}" presName="Accent" presStyleLbl="trAlignAcc1" presStyleIdx="4" presStyleCnt="5">
        <dgm:presLayoutVars>
          <dgm:chMax val="0"/>
          <dgm:chPref val="0"/>
        </dgm:presLayoutVars>
      </dgm:prSet>
      <dgm:spPr/>
    </dgm:pt>
    <dgm:pt modelId="{70FE2A8A-2EA9-B64E-AE77-A3118B0BD28C}" type="pres">
      <dgm:prSet presAssocID="{D23ABF72-EDF0-C64A-8CBB-6E6F6B7BEB60}" presName="Image" presStyleLbl="alignImgPlace1" presStyleIdx="4" presStyleCnt="5">
        <dgm:presLayoutVars>
          <dgm:chMax val="0"/>
          <dgm:chPref val="0"/>
        </dgm:presLayoutVars>
      </dgm:prSet>
      <dgm:spPr/>
    </dgm:pt>
    <dgm:pt modelId="{8F699D03-1274-124E-B058-C31F8B300B91}" type="pres">
      <dgm:prSet presAssocID="{D23ABF72-EDF0-C64A-8CBB-6E6F6B7BEB60}" presName="ChildComposite" presStyleCnt="0"/>
      <dgm:spPr/>
    </dgm:pt>
    <dgm:pt modelId="{6954AC25-AF92-684F-8C00-63E163771D4E}" type="pres">
      <dgm:prSet presAssocID="{D23ABF72-EDF0-C64A-8CBB-6E6F6B7BEB60}" presName="Child" presStyleLbl="node1" presStyleIdx="0" presStyleCnt="0">
        <dgm:presLayoutVars>
          <dgm:chMax val="0"/>
          <dgm:chPref val="0"/>
          <dgm:bulletEnabled val="1"/>
        </dgm:presLayoutVars>
      </dgm:prSet>
      <dgm:spPr/>
    </dgm:pt>
    <dgm:pt modelId="{0D75C802-F65F-F44B-A676-00B28A1D9E26}" type="pres">
      <dgm:prSet presAssocID="{D23ABF72-EDF0-C64A-8CBB-6E6F6B7BEB60}" presName="Parent" presStyleLbl="revTx" presStyleIdx="4" presStyleCnt="5">
        <dgm:presLayoutVars>
          <dgm:chMax val="1"/>
          <dgm:chPref val="0"/>
          <dgm:bulletEnabled val="1"/>
        </dgm:presLayoutVars>
      </dgm:prSet>
      <dgm:spPr/>
    </dgm:pt>
  </dgm:ptLst>
  <dgm:cxnLst>
    <dgm:cxn modelId="{FD3C4100-CD4B-BF41-8719-FA173A5D3FF9}" srcId="{EBE1269D-F419-4871-A35B-8D86298D50EA}" destId="{13134C99-34CD-234A-BBDA-27D03A5AFB46}" srcOrd="2" destOrd="0" parTransId="{D2D1E4D5-F8B9-4443-98AC-876D28ECAB09}" sibTransId="{CBA6BD30-3AA3-B741-922F-51BC0A79B6D6}"/>
    <dgm:cxn modelId="{FF1C442D-DE1B-294C-AD1E-1BCD9101E3AD}" type="presOf" srcId="{D23ABF72-EDF0-C64A-8CBB-6E6F6B7BEB60}" destId="{0D75C802-F65F-F44B-A676-00B28A1D9E26}" srcOrd="0" destOrd="0" presId="urn:microsoft.com/office/officeart/2008/layout/CaptionedPictures"/>
    <dgm:cxn modelId="{2FF95D2E-0FCB-8D42-83A1-A21FAF2F2866}" type="presOf" srcId="{08AD0689-6745-4D58-8DBE-C5318B852345}" destId="{C4137255-2FBA-694D-88BB-AC5756B7D79B}" srcOrd="0" destOrd="0" presId="urn:microsoft.com/office/officeart/2008/layout/CaptionedPictures"/>
    <dgm:cxn modelId="{AF5CE93A-8D4B-B249-8C11-64A68A67A08A}" type="presOf" srcId="{C36D9BB9-E319-4DD9-BAC6-5C7D85C634F2}" destId="{17C006A3-EEFA-3A45-88DD-F8407CDFB953}" srcOrd="0" destOrd="0" presId="urn:microsoft.com/office/officeart/2008/layout/CaptionedPictures"/>
    <dgm:cxn modelId="{3DF42049-4742-9B4D-A7B2-0976B4307076}" type="presOf" srcId="{EBE1269D-F419-4871-A35B-8D86298D50EA}" destId="{9F4F91C9-55A6-5C43-B339-D0611FAF0684}" srcOrd="0" destOrd="0" presId="urn:microsoft.com/office/officeart/2008/layout/CaptionedPictures"/>
    <dgm:cxn modelId="{22DB7E54-61D6-B940-93E1-9027BE57E740}" type="presOf" srcId="{9BA30DF9-9D28-F842-A030-03F2638ACE66}" destId="{9CE4DD80-0755-1542-9EE2-732B19A44741}" srcOrd="0" destOrd="0" presId="urn:microsoft.com/office/officeart/2008/layout/CaptionedPictures"/>
    <dgm:cxn modelId="{ECBB3182-1DEF-EE46-86E3-4059222F1DA9}" srcId="{EBE1269D-F419-4871-A35B-8D86298D50EA}" destId="{9BA30DF9-9D28-F842-A030-03F2638ACE66}" srcOrd="3" destOrd="0" parTransId="{D3F94F8D-4342-6544-96E6-12E296F42E31}" sibTransId="{6365164C-9A4F-5945-B763-7D05974505A3}"/>
    <dgm:cxn modelId="{24F30187-89D4-8D41-8F5E-8C8F64BCF6FA}" srcId="{EBE1269D-F419-4871-A35B-8D86298D50EA}" destId="{D23ABF72-EDF0-C64A-8CBB-6E6F6B7BEB60}" srcOrd="4" destOrd="0" parTransId="{D435D034-900D-E248-AF44-7719C0D45FEE}" sibTransId="{6BE09F03-F813-BB45-9152-3E338B101B57}"/>
    <dgm:cxn modelId="{00553892-9D44-43B4-8FBB-6562BB6ED3E7}" srcId="{EBE1269D-F419-4871-A35B-8D86298D50EA}" destId="{C36D9BB9-E319-4DD9-BAC6-5C7D85C634F2}" srcOrd="0" destOrd="0" parTransId="{CA12E022-AD5D-4999-85CB-E0FFC6495263}" sibTransId="{3DFBAF57-61C6-42EB-A960-BB17BC161795}"/>
    <dgm:cxn modelId="{F8C56FA1-4BFE-4301-B356-13D6431CB4E4}" srcId="{EBE1269D-F419-4871-A35B-8D86298D50EA}" destId="{08AD0689-6745-4D58-8DBE-C5318B852345}" srcOrd="1" destOrd="0" parTransId="{D386EF7F-A405-40A4-AD28-801CA03C1A26}" sibTransId="{2FE05B32-72A9-4901-B49E-B477239DAF5C}"/>
    <dgm:cxn modelId="{00E759D1-22F5-7A40-ADED-1701C4DF1656}" type="presOf" srcId="{13134C99-34CD-234A-BBDA-27D03A5AFB46}" destId="{DCD85AD6-7BE0-E04F-9459-49E4206CACC4}" srcOrd="0" destOrd="0" presId="urn:microsoft.com/office/officeart/2008/layout/CaptionedPictures"/>
    <dgm:cxn modelId="{2E3B504E-C169-184A-A554-80D1775D961E}" type="presParOf" srcId="{9F4F91C9-55A6-5C43-B339-D0611FAF0684}" destId="{C72462CB-815B-154E-98BC-2838743C0C03}" srcOrd="0" destOrd="0" presId="urn:microsoft.com/office/officeart/2008/layout/CaptionedPictures"/>
    <dgm:cxn modelId="{E2D9105A-295B-B644-A99F-403D7E5224E4}" type="presParOf" srcId="{C72462CB-815B-154E-98BC-2838743C0C03}" destId="{3B2739A1-F650-2548-BC29-B71106EC9DF3}" srcOrd="0" destOrd="0" presId="urn:microsoft.com/office/officeart/2008/layout/CaptionedPictures"/>
    <dgm:cxn modelId="{14B37F81-642F-D34D-B89F-12778F62602E}" type="presParOf" srcId="{C72462CB-815B-154E-98BC-2838743C0C03}" destId="{BA928CF2-BF28-984C-96A1-B6B5C179FD0C}" srcOrd="1" destOrd="0" presId="urn:microsoft.com/office/officeart/2008/layout/CaptionedPictures"/>
    <dgm:cxn modelId="{28D16083-264A-F945-B931-19C9606523B2}" type="presParOf" srcId="{C72462CB-815B-154E-98BC-2838743C0C03}" destId="{20185D9C-4BC3-5142-834F-2D258B69322F}" srcOrd="2" destOrd="0" presId="urn:microsoft.com/office/officeart/2008/layout/CaptionedPictures"/>
    <dgm:cxn modelId="{A59C3D8F-7DF6-3740-9E91-F32EC5AEB1E4}" type="presParOf" srcId="{20185D9C-4BC3-5142-834F-2D258B69322F}" destId="{45E4CC70-86EF-6248-B3E7-943C7F6B09A8}" srcOrd="0" destOrd="0" presId="urn:microsoft.com/office/officeart/2008/layout/CaptionedPictures"/>
    <dgm:cxn modelId="{C9E5FE4B-5E61-D741-AF6E-CCF371624F88}" type="presParOf" srcId="{20185D9C-4BC3-5142-834F-2D258B69322F}" destId="{17C006A3-EEFA-3A45-88DD-F8407CDFB953}" srcOrd="1" destOrd="0" presId="urn:microsoft.com/office/officeart/2008/layout/CaptionedPictures"/>
    <dgm:cxn modelId="{5CFE08F5-0FE2-E945-B4B1-B610E7EBA1B6}" type="presParOf" srcId="{9F4F91C9-55A6-5C43-B339-D0611FAF0684}" destId="{B97739F4-2F27-8F43-82F1-96DF796B0F48}" srcOrd="1" destOrd="0" presId="urn:microsoft.com/office/officeart/2008/layout/CaptionedPictures"/>
    <dgm:cxn modelId="{C174438D-97CB-A343-ABD6-79C644507E4F}" type="presParOf" srcId="{9F4F91C9-55A6-5C43-B339-D0611FAF0684}" destId="{1E337137-E615-5142-8F76-0C74FB75FCB6}" srcOrd="2" destOrd="0" presId="urn:microsoft.com/office/officeart/2008/layout/CaptionedPictures"/>
    <dgm:cxn modelId="{20A312FE-BD4C-6140-A5EB-5B297A0D7C30}" type="presParOf" srcId="{1E337137-E615-5142-8F76-0C74FB75FCB6}" destId="{06F479F1-3DCA-2B4E-A342-7677D3805194}" srcOrd="0" destOrd="0" presId="urn:microsoft.com/office/officeart/2008/layout/CaptionedPictures"/>
    <dgm:cxn modelId="{4EE8D8D3-5616-914E-8A74-513EFD310DD4}" type="presParOf" srcId="{1E337137-E615-5142-8F76-0C74FB75FCB6}" destId="{3AC27D81-1F71-484D-9F02-355518FDF89C}" srcOrd="1" destOrd="0" presId="urn:microsoft.com/office/officeart/2008/layout/CaptionedPictures"/>
    <dgm:cxn modelId="{66FA847B-5751-B145-8A2D-E1A78EBAC151}" type="presParOf" srcId="{1E337137-E615-5142-8F76-0C74FB75FCB6}" destId="{1B92D5F7-D1DB-C24F-84F3-4D948A6A7190}" srcOrd="2" destOrd="0" presId="urn:microsoft.com/office/officeart/2008/layout/CaptionedPictures"/>
    <dgm:cxn modelId="{CDE2080D-A99C-A14C-8317-661B3A9C1674}" type="presParOf" srcId="{1B92D5F7-D1DB-C24F-84F3-4D948A6A7190}" destId="{5841BBC1-270B-384B-B9F0-C21EF8BA013E}" srcOrd="0" destOrd="0" presId="urn:microsoft.com/office/officeart/2008/layout/CaptionedPictures"/>
    <dgm:cxn modelId="{0DADE18D-F0A9-BA41-92AD-D977CED45ADA}" type="presParOf" srcId="{1B92D5F7-D1DB-C24F-84F3-4D948A6A7190}" destId="{C4137255-2FBA-694D-88BB-AC5756B7D79B}" srcOrd="1" destOrd="0" presId="urn:microsoft.com/office/officeart/2008/layout/CaptionedPictures"/>
    <dgm:cxn modelId="{BE130283-0703-2D4F-ADFE-CBE454AB64F3}" type="presParOf" srcId="{9F4F91C9-55A6-5C43-B339-D0611FAF0684}" destId="{DC40C5A0-5F3D-994D-87F6-D2258BF0A66A}" srcOrd="3" destOrd="0" presId="urn:microsoft.com/office/officeart/2008/layout/CaptionedPictures"/>
    <dgm:cxn modelId="{7C5946C6-A8FD-8D4E-B25D-886FA4BE8E69}" type="presParOf" srcId="{9F4F91C9-55A6-5C43-B339-D0611FAF0684}" destId="{A6285131-D6B4-C94A-BD6D-22812C8E14CC}" srcOrd="4" destOrd="0" presId="urn:microsoft.com/office/officeart/2008/layout/CaptionedPictures"/>
    <dgm:cxn modelId="{B2DB4445-EABD-8946-9D00-A6F20165EFD4}" type="presParOf" srcId="{A6285131-D6B4-C94A-BD6D-22812C8E14CC}" destId="{F3FE4700-6A8C-D342-B49E-38000490EDB5}" srcOrd="0" destOrd="0" presId="urn:microsoft.com/office/officeart/2008/layout/CaptionedPictures"/>
    <dgm:cxn modelId="{151FE362-89A2-F643-AA59-49D17F91E317}" type="presParOf" srcId="{A6285131-D6B4-C94A-BD6D-22812C8E14CC}" destId="{FCADF763-AB2A-714B-8560-A7A5C5DF8AE2}" srcOrd="1" destOrd="0" presId="urn:microsoft.com/office/officeart/2008/layout/CaptionedPictures"/>
    <dgm:cxn modelId="{D9B01CEA-5710-1042-BC4D-10B055838DB5}" type="presParOf" srcId="{A6285131-D6B4-C94A-BD6D-22812C8E14CC}" destId="{C7EB0B36-58EB-FC4F-B2BE-4ACB03DC13F6}" srcOrd="2" destOrd="0" presId="urn:microsoft.com/office/officeart/2008/layout/CaptionedPictures"/>
    <dgm:cxn modelId="{AF828261-3DA2-B844-A408-9058C5E748F6}" type="presParOf" srcId="{C7EB0B36-58EB-FC4F-B2BE-4ACB03DC13F6}" destId="{032F9BCF-21B7-F44E-8737-477A6AE71D19}" srcOrd="0" destOrd="0" presId="urn:microsoft.com/office/officeart/2008/layout/CaptionedPictures"/>
    <dgm:cxn modelId="{D957ECB6-AD23-764F-AB58-02E175B4EF7F}" type="presParOf" srcId="{C7EB0B36-58EB-FC4F-B2BE-4ACB03DC13F6}" destId="{DCD85AD6-7BE0-E04F-9459-49E4206CACC4}" srcOrd="1" destOrd="0" presId="urn:microsoft.com/office/officeart/2008/layout/CaptionedPictures"/>
    <dgm:cxn modelId="{56C393C2-5AF0-6E40-AC3F-7C9CC5725043}" type="presParOf" srcId="{9F4F91C9-55A6-5C43-B339-D0611FAF0684}" destId="{80AA4190-C862-2B4C-8368-7677FB029F9E}" srcOrd="5" destOrd="0" presId="urn:microsoft.com/office/officeart/2008/layout/CaptionedPictures"/>
    <dgm:cxn modelId="{2D63846F-8218-1E48-A724-9CCEDC0AD976}" type="presParOf" srcId="{9F4F91C9-55A6-5C43-B339-D0611FAF0684}" destId="{B41D759C-6DEC-7A48-9D28-C7126B00E8BC}" srcOrd="6" destOrd="0" presId="urn:microsoft.com/office/officeart/2008/layout/CaptionedPictures"/>
    <dgm:cxn modelId="{0EBB1AF8-0BCE-6D49-A29A-B3AF49C3B124}" type="presParOf" srcId="{B41D759C-6DEC-7A48-9D28-C7126B00E8BC}" destId="{57CF2B79-EB1D-604A-BEB7-42A740286259}" srcOrd="0" destOrd="0" presId="urn:microsoft.com/office/officeart/2008/layout/CaptionedPictures"/>
    <dgm:cxn modelId="{B23560F3-7706-9F41-B581-78B9105CF7CC}" type="presParOf" srcId="{B41D759C-6DEC-7A48-9D28-C7126B00E8BC}" destId="{109DE6F6-7C1C-7540-8657-B6EB9BE8B0C4}" srcOrd="1" destOrd="0" presId="urn:microsoft.com/office/officeart/2008/layout/CaptionedPictures"/>
    <dgm:cxn modelId="{C85C0AB7-4C49-4441-BAB7-B3001AD87DEF}" type="presParOf" srcId="{B41D759C-6DEC-7A48-9D28-C7126B00E8BC}" destId="{5B77E198-3955-0B46-BD3C-277EE2F193E0}" srcOrd="2" destOrd="0" presId="urn:microsoft.com/office/officeart/2008/layout/CaptionedPictures"/>
    <dgm:cxn modelId="{B841F925-5939-6E40-88D4-B1B3A88C67AD}" type="presParOf" srcId="{5B77E198-3955-0B46-BD3C-277EE2F193E0}" destId="{0FDEAB86-5597-2F4D-BBB5-877E0CC8EC1B}" srcOrd="0" destOrd="0" presId="urn:microsoft.com/office/officeart/2008/layout/CaptionedPictures"/>
    <dgm:cxn modelId="{DD031846-6DCF-5C4D-9436-00693C4475F0}" type="presParOf" srcId="{5B77E198-3955-0B46-BD3C-277EE2F193E0}" destId="{9CE4DD80-0755-1542-9EE2-732B19A44741}" srcOrd="1" destOrd="0" presId="urn:microsoft.com/office/officeart/2008/layout/CaptionedPictures"/>
    <dgm:cxn modelId="{DBD6E1FC-EDAC-CE4F-A96A-138F2F423B86}" type="presParOf" srcId="{9F4F91C9-55A6-5C43-B339-D0611FAF0684}" destId="{49AE05EF-5783-384D-8487-10636DC3203C}" srcOrd="7" destOrd="0" presId="urn:microsoft.com/office/officeart/2008/layout/CaptionedPictures"/>
    <dgm:cxn modelId="{E7D2FBCE-1DCB-3E43-A87F-E9CBB03C64C1}" type="presParOf" srcId="{9F4F91C9-55A6-5C43-B339-D0611FAF0684}" destId="{FB7B0F99-8EE9-2C44-9CB3-AF9A2E9CBC1E}" srcOrd="8" destOrd="0" presId="urn:microsoft.com/office/officeart/2008/layout/CaptionedPictures"/>
    <dgm:cxn modelId="{DFDA4B5A-0656-354C-84CB-0FEBD12E4FF4}" type="presParOf" srcId="{FB7B0F99-8EE9-2C44-9CB3-AF9A2E9CBC1E}" destId="{36BC6D37-4C3C-124C-AA41-072F9D11EA07}" srcOrd="0" destOrd="0" presId="urn:microsoft.com/office/officeart/2008/layout/CaptionedPictures"/>
    <dgm:cxn modelId="{766E519A-BD2B-AB42-A07D-09446C23E870}" type="presParOf" srcId="{FB7B0F99-8EE9-2C44-9CB3-AF9A2E9CBC1E}" destId="{70FE2A8A-2EA9-B64E-AE77-A3118B0BD28C}" srcOrd="1" destOrd="0" presId="urn:microsoft.com/office/officeart/2008/layout/CaptionedPictures"/>
    <dgm:cxn modelId="{6F6ECF30-1F32-B245-B387-DE7B2E2160F3}" type="presParOf" srcId="{FB7B0F99-8EE9-2C44-9CB3-AF9A2E9CBC1E}" destId="{8F699D03-1274-124E-B058-C31F8B300B91}" srcOrd="2" destOrd="0" presId="urn:microsoft.com/office/officeart/2008/layout/CaptionedPictures"/>
    <dgm:cxn modelId="{FBA8EB47-AEA7-664D-992E-896DBCF2DBDA}" type="presParOf" srcId="{8F699D03-1274-124E-B058-C31F8B300B91}" destId="{6954AC25-AF92-684F-8C00-63E163771D4E}" srcOrd="0" destOrd="0" presId="urn:microsoft.com/office/officeart/2008/layout/CaptionedPictures"/>
    <dgm:cxn modelId="{7829CE14-5D55-5544-8931-F31EF8E326B5}" type="presParOf" srcId="{8F699D03-1274-124E-B058-C31F8B300B91}" destId="{0D75C802-F65F-F44B-A676-00B28A1D9E26}" srcOrd="1" destOrd="0" presId="urn:microsoft.com/office/officeart/2008/layout/CaptionedPicture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783EA1F-B35F-4B79-8665-79C261FD763F}"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E93F7AF2-911F-4CF6-8E16-6C471A7EEDE7}">
      <dgm:prSet/>
      <dgm:spPr/>
      <dgm:t>
        <a:bodyPr/>
        <a:lstStyle/>
        <a:p>
          <a:r>
            <a:rPr lang="en-US"/>
            <a:t>Admin</a:t>
          </a:r>
        </a:p>
      </dgm:t>
    </dgm:pt>
    <dgm:pt modelId="{6E2BAF59-7CE2-40F7-84CA-1A53796D8224}" type="parTrans" cxnId="{92923AE3-5DD5-4E54-8D24-BD3DAC249365}">
      <dgm:prSet/>
      <dgm:spPr/>
      <dgm:t>
        <a:bodyPr/>
        <a:lstStyle/>
        <a:p>
          <a:endParaRPr lang="en-US"/>
        </a:p>
      </dgm:t>
    </dgm:pt>
    <dgm:pt modelId="{A742D04F-2943-43DF-A72B-56C79EECF675}" type="sibTrans" cxnId="{92923AE3-5DD5-4E54-8D24-BD3DAC249365}">
      <dgm:prSet/>
      <dgm:spPr/>
      <dgm:t>
        <a:bodyPr/>
        <a:lstStyle/>
        <a:p>
          <a:endParaRPr lang="en-US"/>
        </a:p>
      </dgm:t>
    </dgm:pt>
    <dgm:pt modelId="{1947F822-6585-44D6-A189-C4FF3E1B4543}">
      <dgm:prSet/>
      <dgm:spPr/>
      <dgm:t>
        <a:bodyPr/>
        <a:lstStyle/>
        <a:p>
          <a:r>
            <a:rPr lang="en-US"/>
            <a:t>Customer</a:t>
          </a:r>
        </a:p>
      </dgm:t>
    </dgm:pt>
    <dgm:pt modelId="{82587D3A-D648-4E67-9EDC-A614E9C5D4FD}" type="parTrans" cxnId="{A6909BC3-EE34-4B42-B7F1-9DE9164E6B36}">
      <dgm:prSet/>
      <dgm:spPr/>
      <dgm:t>
        <a:bodyPr/>
        <a:lstStyle/>
        <a:p>
          <a:endParaRPr lang="en-US"/>
        </a:p>
      </dgm:t>
    </dgm:pt>
    <dgm:pt modelId="{36ACEB35-3BCF-497A-9CFA-2C577CBD3DA5}" type="sibTrans" cxnId="{A6909BC3-EE34-4B42-B7F1-9DE9164E6B36}">
      <dgm:prSet/>
      <dgm:spPr/>
      <dgm:t>
        <a:bodyPr/>
        <a:lstStyle/>
        <a:p>
          <a:endParaRPr lang="en-US"/>
        </a:p>
      </dgm:t>
    </dgm:pt>
    <dgm:pt modelId="{CC71077A-EA88-4032-A267-D8CECFFA38BF}" type="pres">
      <dgm:prSet presAssocID="{8783EA1F-B35F-4B79-8665-79C261FD763F}" presName="root" presStyleCnt="0">
        <dgm:presLayoutVars>
          <dgm:dir/>
          <dgm:resizeHandles val="exact"/>
        </dgm:presLayoutVars>
      </dgm:prSet>
      <dgm:spPr/>
    </dgm:pt>
    <dgm:pt modelId="{3C5A9E6F-69A1-4297-82D9-0FC4E9CB45A7}" type="pres">
      <dgm:prSet presAssocID="{8783EA1F-B35F-4B79-8665-79C261FD763F}" presName="container" presStyleCnt="0">
        <dgm:presLayoutVars>
          <dgm:dir/>
          <dgm:resizeHandles val="exact"/>
        </dgm:presLayoutVars>
      </dgm:prSet>
      <dgm:spPr/>
    </dgm:pt>
    <dgm:pt modelId="{A0EA7440-C6E6-4995-959A-71C4EADF922C}" type="pres">
      <dgm:prSet presAssocID="{E93F7AF2-911F-4CF6-8E16-6C471A7EEDE7}" presName="compNode" presStyleCnt="0"/>
      <dgm:spPr/>
    </dgm:pt>
    <dgm:pt modelId="{6A2FA8DB-77B9-4F42-AC8D-1DB7ADC66D54}" type="pres">
      <dgm:prSet presAssocID="{E93F7AF2-911F-4CF6-8E16-6C471A7EEDE7}" presName="iconBgRect" presStyleLbl="bgShp" presStyleIdx="0" presStyleCnt="2"/>
      <dgm:spPr/>
    </dgm:pt>
    <dgm:pt modelId="{7BDB9780-85BB-4010-9803-080D358B34C8}" type="pres">
      <dgm:prSet presAssocID="{E93F7AF2-911F-4CF6-8E16-6C471A7EEDE7}"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
        </a:ext>
      </dgm:extLst>
    </dgm:pt>
    <dgm:pt modelId="{396B3F09-BE24-454E-B203-37AB7618FDD4}" type="pres">
      <dgm:prSet presAssocID="{E93F7AF2-911F-4CF6-8E16-6C471A7EEDE7}" presName="spaceRect" presStyleCnt="0"/>
      <dgm:spPr/>
    </dgm:pt>
    <dgm:pt modelId="{A296E021-B5E0-4ED5-9B0C-CAB76021EC19}" type="pres">
      <dgm:prSet presAssocID="{E93F7AF2-911F-4CF6-8E16-6C471A7EEDE7}" presName="textRect" presStyleLbl="revTx" presStyleIdx="0" presStyleCnt="2">
        <dgm:presLayoutVars>
          <dgm:chMax val="1"/>
          <dgm:chPref val="1"/>
        </dgm:presLayoutVars>
      </dgm:prSet>
      <dgm:spPr/>
    </dgm:pt>
    <dgm:pt modelId="{CAEAF529-7976-40D3-86CF-0B46F875A40A}" type="pres">
      <dgm:prSet presAssocID="{A742D04F-2943-43DF-A72B-56C79EECF675}" presName="sibTrans" presStyleLbl="sibTrans2D1" presStyleIdx="0" presStyleCnt="0"/>
      <dgm:spPr/>
    </dgm:pt>
    <dgm:pt modelId="{12A4948F-A7CD-4E10-9C51-AB439873143E}" type="pres">
      <dgm:prSet presAssocID="{1947F822-6585-44D6-A189-C4FF3E1B4543}" presName="compNode" presStyleCnt="0"/>
      <dgm:spPr/>
    </dgm:pt>
    <dgm:pt modelId="{F85CD800-C099-4E0B-BD82-CFB644433C1A}" type="pres">
      <dgm:prSet presAssocID="{1947F822-6585-44D6-A189-C4FF3E1B4543}" presName="iconBgRect" presStyleLbl="bgShp" presStyleIdx="1" presStyleCnt="2"/>
      <dgm:spPr/>
    </dgm:pt>
    <dgm:pt modelId="{A2928306-1BF9-4E22-AEDF-B8B9BE677B5F}" type="pres">
      <dgm:prSet presAssocID="{1947F822-6585-44D6-A189-C4FF3E1B4543}"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ll center"/>
        </a:ext>
      </dgm:extLst>
    </dgm:pt>
    <dgm:pt modelId="{15E74A6E-30E2-4DED-BAEF-7552272EC537}" type="pres">
      <dgm:prSet presAssocID="{1947F822-6585-44D6-A189-C4FF3E1B4543}" presName="spaceRect" presStyleCnt="0"/>
      <dgm:spPr/>
    </dgm:pt>
    <dgm:pt modelId="{0E231375-5CED-443F-A067-DC6536490A74}" type="pres">
      <dgm:prSet presAssocID="{1947F822-6585-44D6-A189-C4FF3E1B4543}" presName="textRect" presStyleLbl="revTx" presStyleIdx="1" presStyleCnt="2">
        <dgm:presLayoutVars>
          <dgm:chMax val="1"/>
          <dgm:chPref val="1"/>
        </dgm:presLayoutVars>
      </dgm:prSet>
      <dgm:spPr/>
    </dgm:pt>
  </dgm:ptLst>
  <dgm:cxnLst>
    <dgm:cxn modelId="{C9D52924-8F9F-4757-AE22-50906BF7D577}" type="presOf" srcId="{8783EA1F-B35F-4B79-8665-79C261FD763F}" destId="{CC71077A-EA88-4032-A267-D8CECFFA38BF}" srcOrd="0" destOrd="0" presId="urn:microsoft.com/office/officeart/2018/2/layout/IconCircleList"/>
    <dgm:cxn modelId="{2D959735-3FE2-4C62-A621-B7280E6DDF0A}" type="presOf" srcId="{A742D04F-2943-43DF-A72B-56C79EECF675}" destId="{CAEAF529-7976-40D3-86CF-0B46F875A40A}" srcOrd="0" destOrd="0" presId="urn:microsoft.com/office/officeart/2018/2/layout/IconCircleList"/>
    <dgm:cxn modelId="{546F0E8E-E9F1-4575-ACD7-C1469EC510EC}" type="presOf" srcId="{E93F7AF2-911F-4CF6-8E16-6C471A7EEDE7}" destId="{A296E021-B5E0-4ED5-9B0C-CAB76021EC19}" srcOrd="0" destOrd="0" presId="urn:microsoft.com/office/officeart/2018/2/layout/IconCircleList"/>
    <dgm:cxn modelId="{A6909BC3-EE34-4B42-B7F1-9DE9164E6B36}" srcId="{8783EA1F-B35F-4B79-8665-79C261FD763F}" destId="{1947F822-6585-44D6-A189-C4FF3E1B4543}" srcOrd="1" destOrd="0" parTransId="{82587D3A-D648-4E67-9EDC-A614E9C5D4FD}" sibTransId="{36ACEB35-3BCF-497A-9CFA-2C577CBD3DA5}"/>
    <dgm:cxn modelId="{92923AE3-5DD5-4E54-8D24-BD3DAC249365}" srcId="{8783EA1F-B35F-4B79-8665-79C261FD763F}" destId="{E93F7AF2-911F-4CF6-8E16-6C471A7EEDE7}" srcOrd="0" destOrd="0" parTransId="{6E2BAF59-7CE2-40F7-84CA-1A53796D8224}" sibTransId="{A742D04F-2943-43DF-A72B-56C79EECF675}"/>
    <dgm:cxn modelId="{B9AA62FD-1E84-44CA-9F79-3919170ED6AC}" type="presOf" srcId="{1947F822-6585-44D6-A189-C4FF3E1B4543}" destId="{0E231375-5CED-443F-A067-DC6536490A74}" srcOrd="0" destOrd="0" presId="urn:microsoft.com/office/officeart/2018/2/layout/IconCircleList"/>
    <dgm:cxn modelId="{E0BA9698-FD79-4D68-A5B0-08538FA3129C}" type="presParOf" srcId="{CC71077A-EA88-4032-A267-D8CECFFA38BF}" destId="{3C5A9E6F-69A1-4297-82D9-0FC4E9CB45A7}" srcOrd="0" destOrd="0" presId="urn:microsoft.com/office/officeart/2018/2/layout/IconCircleList"/>
    <dgm:cxn modelId="{B939FB9E-85D4-4309-BE3A-CE6A6E03180B}" type="presParOf" srcId="{3C5A9E6F-69A1-4297-82D9-0FC4E9CB45A7}" destId="{A0EA7440-C6E6-4995-959A-71C4EADF922C}" srcOrd="0" destOrd="0" presId="urn:microsoft.com/office/officeart/2018/2/layout/IconCircleList"/>
    <dgm:cxn modelId="{122E03AD-0DDE-4776-8DC8-E2CC73612C2F}" type="presParOf" srcId="{A0EA7440-C6E6-4995-959A-71C4EADF922C}" destId="{6A2FA8DB-77B9-4F42-AC8D-1DB7ADC66D54}" srcOrd="0" destOrd="0" presId="urn:microsoft.com/office/officeart/2018/2/layout/IconCircleList"/>
    <dgm:cxn modelId="{92CB4FE6-168E-42DD-AA73-13CFBFB17FBE}" type="presParOf" srcId="{A0EA7440-C6E6-4995-959A-71C4EADF922C}" destId="{7BDB9780-85BB-4010-9803-080D358B34C8}" srcOrd="1" destOrd="0" presId="urn:microsoft.com/office/officeart/2018/2/layout/IconCircleList"/>
    <dgm:cxn modelId="{78694A5C-4EE8-45B4-8FDF-5234ACB6A1CF}" type="presParOf" srcId="{A0EA7440-C6E6-4995-959A-71C4EADF922C}" destId="{396B3F09-BE24-454E-B203-37AB7618FDD4}" srcOrd="2" destOrd="0" presId="urn:microsoft.com/office/officeart/2018/2/layout/IconCircleList"/>
    <dgm:cxn modelId="{EE89C82A-6165-44ED-9B03-0DF0316E3777}" type="presParOf" srcId="{A0EA7440-C6E6-4995-959A-71C4EADF922C}" destId="{A296E021-B5E0-4ED5-9B0C-CAB76021EC19}" srcOrd="3" destOrd="0" presId="urn:microsoft.com/office/officeart/2018/2/layout/IconCircleList"/>
    <dgm:cxn modelId="{F679E0D2-45EF-4223-A7F4-6D28F813DE9B}" type="presParOf" srcId="{3C5A9E6F-69A1-4297-82D9-0FC4E9CB45A7}" destId="{CAEAF529-7976-40D3-86CF-0B46F875A40A}" srcOrd="1" destOrd="0" presId="urn:microsoft.com/office/officeart/2018/2/layout/IconCircleList"/>
    <dgm:cxn modelId="{CCBE5BB3-1DDD-4533-95D9-5B148B7C9270}" type="presParOf" srcId="{3C5A9E6F-69A1-4297-82D9-0FC4E9CB45A7}" destId="{12A4948F-A7CD-4E10-9C51-AB439873143E}" srcOrd="2" destOrd="0" presId="urn:microsoft.com/office/officeart/2018/2/layout/IconCircleList"/>
    <dgm:cxn modelId="{0334C4F7-62A9-4E38-B71A-A328FEF39C1A}" type="presParOf" srcId="{12A4948F-A7CD-4E10-9C51-AB439873143E}" destId="{F85CD800-C099-4E0B-BD82-CFB644433C1A}" srcOrd="0" destOrd="0" presId="urn:microsoft.com/office/officeart/2018/2/layout/IconCircleList"/>
    <dgm:cxn modelId="{AD5CA7B2-A44A-4926-B656-46EF6099DB08}" type="presParOf" srcId="{12A4948F-A7CD-4E10-9C51-AB439873143E}" destId="{A2928306-1BF9-4E22-AEDF-B8B9BE677B5F}" srcOrd="1" destOrd="0" presId="urn:microsoft.com/office/officeart/2018/2/layout/IconCircleList"/>
    <dgm:cxn modelId="{2F718C69-B7AF-468A-9A9A-318D8A750842}" type="presParOf" srcId="{12A4948F-A7CD-4E10-9C51-AB439873143E}" destId="{15E74A6E-30E2-4DED-BAEF-7552272EC537}" srcOrd="2" destOrd="0" presId="urn:microsoft.com/office/officeart/2018/2/layout/IconCircleList"/>
    <dgm:cxn modelId="{97E59F71-E426-445E-B619-1396469F52FC}" type="presParOf" srcId="{12A4948F-A7CD-4E10-9C51-AB439873143E}" destId="{0E231375-5CED-443F-A067-DC6536490A74}"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BEC8DDA-5F35-4C87-9DA3-3838D7D1A148}" type="doc">
      <dgm:prSet loTypeId="urn:microsoft.com/office/officeart/2016/7/layout/BasicLinearProcessNumbered" loCatId="process" qsTypeId="urn:microsoft.com/office/officeart/2005/8/quickstyle/simple1" qsCatId="simple" csTypeId="urn:microsoft.com/office/officeart/2005/8/colors/accent1_2" csCatId="accent1"/>
      <dgm:spPr/>
      <dgm:t>
        <a:bodyPr/>
        <a:lstStyle/>
        <a:p>
          <a:endParaRPr lang="en-US"/>
        </a:p>
      </dgm:t>
    </dgm:pt>
    <dgm:pt modelId="{7534F3C5-20D9-478C-B030-2BA84C96F9E3}">
      <dgm:prSet/>
      <dgm:spPr/>
      <dgm:t>
        <a:bodyPr/>
        <a:lstStyle/>
        <a:p>
          <a:r>
            <a:rPr lang="en-US"/>
            <a:t>Create User Account </a:t>
          </a:r>
        </a:p>
      </dgm:t>
    </dgm:pt>
    <dgm:pt modelId="{50A8A7A6-85DA-4695-8542-EE036F598B76}" type="parTrans" cxnId="{D3023404-EEC2-4BDD-91F8-9B5F83E824E1}">
      <dgm:prSet/>
      <dgm:spPr/>
      <dgm:t>
        <a:bodyPr/>
        <a:lstStyle/>
        <a:p>
          <a:endParaRPr lang="en-US"/>
        </a:p>
      </dgm:t>
    </dgm:pt>
    <dgm:pt modelId="{CF633745-FEF8-4FAF-A620-6FD80B70A180}" type="sibTrans" cxnId="{D3023404-EEC2-4BDD-91F8-9B5F83E824E1}">
      <dgm:prSet phldrT="1" phldr="0"/>
      <dgm:spPr/>
      <dgm:t>
        <a:bodyPr/>
        <a:lstStyle/>
        <a:p>
          <a:r>
            <a:rPr lang="en-US"/>
            <a:t>1</a:t>
          </a:r>
        </a:p>
      </dgm:t>
    </dgm:pt>
    <dgm:pt modelId="{524311D2-55CA-4555-875E-EFF868C42BD1}">
      <dgm:prSet/>
      <dgm:spPr/>
      <dgm:t>
        <a:bodyPr/>
        <a:lstStyle/>
        <a:p>
          <a:r>
            <a:rPr lang="en-US"/>
            <a:t>Edit User Account</a:t>
          </a:r>
        </a:p>
      </dgm:t>
    </dgm:pt>
    <dgm:pt modelId="{AED315C7-DB4B-49A4-A55B-1FA177CDDE1B}" type="parTrans" cxnId="{F71102ED-0790-40F1-A793-3B871915A592}">
      <dgm:prSet/>
      <dgm:spPr/>
      <dgm:t>
        <a:bodyPr/>
        <a:lstStyle/>
        <a:p>
          <a:endParaRPr lang="en-US"/>
        </a:p>
      </dgm:t>
    </dgm:pt>
    <dgm:pt modelId="{49D625F4-DE46-4A93-BC61-7E496E4EAA2A}" type="sibTrans" cxnId="{F71102ED-0790-40F1-A793-3B871915A592}">
      <dgm:prSet phldrT="2" phldr="0"/>
      <dgm:spPr/>
      <dgm:t>
        <a:bodyPr/>
        <a:lstStyle/>
        <a:p>
          <a:r>
            <a:rPr lang="en-US"/>
            <a:t>2</a:t>
          </a:r>
        </a:p>
      </dgm:t>
    </dgm:pt>
    <dgm:pt modelId="{6A1C6680-9A39-4F67-B176-7BA0F5A1C355}">
      <dgm:prSet/>
      <dgm:spPr/>
      <dgm:t>
        <a:bodyPr/>
        <a:lstStyle/>
        <a:p>
          <a:r>
            <a:rPr lang="en-US"/>
            <a:t>Browse Cars</a:t>
          </a:r>
        </a:p>
      </dgm:t>
    </dgm:pt>
    <dgm:pt modelId="{85627DF9-146C-4361-97EA-2D2F8C1B945B}" type="parTrans" cxnId="{56F8F01D-38CA-4AF5-BE4F-58F7B7EE11F9}">
      <dgm:prSet/>
      <dgm:spPr/>
      <dgm:t>
        <a:bodyPr/>
        <a:lstStyle/>
        <a:p>
          <a:endParaRPr lang="en-US"/>
        </a:p>
      </dgm:t>
    </dgm:pt>
    <dgm:pt modelId="{AD860C2F-9861-42A1-9DF1-B62627C0C3B1}" type="sibTrans" cxnId="{56F8F01D-38CA-4AF5-BE4F-58F7B7EE11F9}">
      <dgm:prSet phldrT="3" phldr="0"/>
      <dgm:spPr/>
      <dgm:t>
        <a:bodyPr/>
        <a:lstStyle/>
        <a:p>
          <a:r>
            <a:rPr lang="en-US"/>
            <a:t>3</a:t>
          </a:r>
        </a:p>
      </dgm:t>
    </dgm:pt>
    <dgm:pt modelId="{D2347A77-A287-4D69-B24A-64BDF92327DE}">
      <dgm:prSet/>
      <dgm:spPr/>
      <dgm:t>
        <a:bodyPr/>
        <a:lstStyle/>
        <a:p>
          <a:r>
            <a:rPr lang="en-US"/>
            <a:t>Make Reservations</a:t>
          </a:r>
        </a:p>
      </dgm:t>
    </dgm:pt>
    <dgm:pt modelId="{F2B0E797-5716-4C7D-9F96-E80F97D36546}" type="parTrans" cxnId="{61EBFC74-2F38-47BA-8E4B-419E7217C3C3}">
      <dgm:prSet/>
      <dgm:spPr/>
      <dgm:t>
        <a:bodyPr/>
        <a:lstStyle/>
        <a:p>
          <a:endParaRPr lang="en-US"/>
        </a:p>
      </dgm:t>
    </dgm:pt>
    <dgm:pt modelId="{39B5B1B9-8E00-47FB-BAF0-0A2E93B894E7}" type="sibTrans" cxnId="{61EBFC74-2F38-47BA-8E4B-419E7217C3C3}">
      <dgm:prSet phldrT="4" phldr="0"/>
      <dgm:spPr/>
      <dgm:t>
        <a:bodyPr/>
        <a:lstStyle/>
        <a:p>
          <a:r>
            <a:rPr lang="en-US"/>
            <a:t>4</a:t>
          </a:r>
        </a:p>
      </dgm:t>
    </dgm:pt>
    <dgm:pt modelId="{B0365EEC-1C23-4CC5-BB1F-19B4A49FDF59}">
      <dgm:prSet/>
      <dgm:spPr/>
      <dgm:t>
        <a:bodyPr/>
        <a:lstStyle/>
        <a:p>
          <a:r>
            <a:rPr lang="en-US"/>
            <a:t>Edit Reservations</a:t>
          </a:r>
        </a:p>
      </dgm:t>
    </dgm:pt>
    <dgm:pt modelId="{BC6C55BC-0A92-4BD8-B06F-51E827C4F877}" type="parTrans" cxnId="{F398FD3E-76D7-454F-96F2-D029665D8FEA}">
      <dgm:prSet/>
      <dgm:spPr/>
      <dgm:t>
        <a:bodyPr/>
        <a:lstStyle/>
        <a:p>
          <a:endParaRPr lang="en-US"/>
        </a:p>
      </dgm:t>
    </dgm:pt>
    <dgm:pt modelId="{C3DAE065-C711-44C4-AD6C-0338533C2294}" type="sibTrans" cxnId="{F398FD3E-76D7-454F-96F2-D029665D8FEA}">
      <dgm:prSet phldrT="5" phldr="0"/>
      <dgm:spPr/>
      <dgm:t>
        <a:bodyPr/>
        <a:lstStyle/>
        <a:p>
          <a:r>
            <a:rPr lang="en-US"/>
            <a:t>5</a:t>
          </a:r>
        </a:p>
      </dgm:t>
    </dgm:pt>
    <dgm:pt modelId="{9A35C3DB-8373-40AD-B03F-494E7AF277B0}">
      <dgm:prSet/>
      <dgm:spPr/>
      <dgm:t>
        <a:bodyPr/>
        <a:lstStyle/>
        <a:p>
          <a:r>
            <a:rPr lang="en-US"/>
            <a:t>Cancel Reservations </a:t>
          </a:r>
        </a:p>
      </dgm:t>
    </dgm:pt>
    <dgm:pt modelId="{67D37775-0A1F-40DF-831F-5E2A1B36D121}" type="parTrans" cxnId="{AF619EB6-BA00-48EF-B726-E3C1870096DF}">
      <dgm:prSet/>
      <dgm:spPr/>
      <dgm:t>
        <a:bodyPr/>
        <a:lstStyle/>
        <a:p>
          <a:endParaRPr lang="en-US"/>
        </a:p>
      </dgm:t>
    </dgm:pt>
    <dgm:pt modelId="{8149207D-6422-4AD1-A3CF-E50885B0661D}" type="sibTrans" cxnId="{AF619EB6-BA00-48EF-B726-E3C1870096DF}">
      <dgm:prSet phldrT="6" phldr="0"/>
      <dgm:spPr/>
      <dgm:t>
        <a:bodyPr/>
        <a:lstStyle/>
        <a:p>
          <a:r>
            <a:rPr lang="en-US"/>
            <a:t>6</a:t>
          </a:r>
        </a:p>
      </dgm:t>
    </dgm:pt>
    <dgm:pt modelId="{BB514787-45B0-104A-B8E6-FB0D07FA8BB8}" type="pres">
      <dgm:prSet presAssocID="{6BEC8DDA-5F35-4C87-9DA3-3838D7D1A148}" presName="Name0" presStyleCnt="0">
        <dgm:presLayoutVars>
          <dgm:animLvl val="lvl"/>
          <dgm:resizeHandles val="exact"/>
        </dgm:presLayoutVars>
      </dgm:prSet>
      <dgm:spPr/>
    </dgm:pt>
    <dgm:pt modelId="{8F2069E4-7D65-3D49-A23A-A0D086662B04}" type="pres">
      <dgm:prSet presAssocID="{7534F3C5-20D9-478C-B030-2BA84C96F9E3}" presName="compositeNode" presStyleCnt="0">
        <dgm:presLayoutVars>
          <dgm:bulletEnabled val="1"/>
        </dgm:presLayoutVars>
      </dgm:prSet>
      <dgm:spPr/>
    </dgm:pt>
    <dgm:pt modelId="{B4A3F649-7E22-4B4E-87A4-0AC198D73123}" type="pres">
      <dgm:prSet presAssocID="{7534F3C5-20D9-478C-B030-2BA84C96F9E3}" presName="bgRect" presStyleLbl="bgAccFollowNode1" presStyleIdx="0" presStyleCnt="6"/>
      <dgm:spPr/>
    </dgm:pt>
    <dgm:pt modelId="{B7512170-A6C4-BF42-B230-46C8C9974CED}" type="pres">
      <dgm:prSet presAssocID="{CF633745-FEF8-4FAF-A620-6FD80B70A180}" presName="sibTransNodeCircle" presStyleLbl="alignNode1" presStyleIdx="0" presStyleCnt="12">
        <dgm:presLayoutVars>
          <dgm:chMax val="0"/>
          <dgm:bulletEnabled/>
        </dgm:presLayoutVars>
      </dgm:prSet>
      <dgm:spPr/>
    </dgm:pt>
    <dgm:pt modelId="{1D76F1B9-E175-3A4E-BF44-F52D4EA7E93E}" type="pres">
      <dgm:prSet presAssocID="{7534F3C5-20D9-478C-B030-2BA84C96F9E3}" presName="bottomLine" presStyleLbl="alignNode1" presStyleIdx="1" presStyleCnt="12">
        <dgm:presLayoutVars/>
      </dgm:prSet>
      <dgm:spPr/>
    </dgm:pt>
    <dgm:pt modelId="{8983454B-CFEC-8E4B-AA73-A7D0171F5E92}" type="pres">
      <dgm:prSet presAssocID="{7534F3C5-20D9-478C-B030-2BA84C96F9E3}" presName="nodeText" presStyleLbl="bgAccFollowNode1" presStyleIdx="0" presStyleCnt="6">
        <dgm:presLayoutVars>
          <dgm:bulletEnabled val="1"/>
        </dgm:presLayoutVars>
      </dgm:prSet>
      <dgm:spPr/>
    </dgm:pt>
    <dgm:pt modelId="{EE35FB82-23A8-D24A-B7F1-D66AD05A33E3}" type="pres">
      <dgm:prSet presAssocID="{CF633745-FEF8-4FAF-A620-6FD80B70A180}" presName="sibTrans" presStyleCnt="0"/>
      <dgm:spPr/>
    </dgm:pt>
    <dgm:pt modelId="{FC8AB184-9684-1B43-92B1-DAE3F0556AA0}" type="pres">
      <dgm:prSet presAssocID="{524311D2-55CA-4555-875E-EFF868C42BD1}" presName="compositeNode" presStyleCnt="0">
        <dgm:presLayoutVars>
          <dgm:bulletEnabled val="1"/>
        </dgm:presLayoutVars>
      </dgm:prSet>
      <dgm:spPr/>
    </dgm:pt>
    <dgm:pt modelId="{6D1E19A4-D3A4-CF48-8378-8995C71B3EBB}" type="pres">
      <dgm:prSet presAssocID="{524311D2-55CA-4555-875E-EFF868C42BD1}" presName="bgRect" presStyleLbl="bgAccFollowNode1" presStyleIdx="1" presStyleCnt="6"/>
      <dgm:spPr/>
    </dgm:pt>
    <dgm:pt modelId="{17E95AC6-895F-8949-96EF-6C7410ED0730}" type="pres">
      <dgm:prSet presAssocID="{49D625F4-DE46-4A93-BC61-7E496E4EAA2A}" presName="sibTransNodeCircle" presStyleLbl="alignNode1" presStyleIdx="2" presStyleCnt="12">
        <dgm:presLayoutVars>
          <dgm:chMax val="0"/>
          <dgm:bulletEnabled/>
        </dgm:presLayoutVars>
      </dgm:prSet>
      <dgm:spPr/>
    </dgm:pt>
    <dgm:pt modelId="{57829D79-EBC8-4542-85BC-E7935F756AB5}" type="pres">
      <dgm:prSet presAssocID="{524311D2-55CA-4555-875E-EFF868C42BD1}" presName="bottomLine" presStyleLbl="alignNode1" presStyleIdx="3" presStyleCnt="12">
        <dgm:presLayoutVars/>
      </dgm:prSet>
      <dgm:spPr/>
    </dgm:pt>
    <dgm:pt modelId="{9AEE68A8-9960-3643-B2E8-02770804C502}" type="pres">
      <dgm:prSet presAssocID="{524311D2-55CA-4555-875E-EFF868C42BD1}" presName="nodeText" presStyleLbl="bgAccFollowNode1" presStyleIdx="1" presStyleCnt="6">
        <dgm:presLayoutVars>
          <dgm:bulletEnabled val="1"/>
        </dgm:presLayoutVars>
      </dgm:prSet>
      <dgm:spPr/>
    </dgm:pt>
    <dgm:pt modelId="{6C20279F-6FE9-D84C-BDB5-91AC756F28E5}" type="pres">
      <dgm:prSet presAssocID="{49D625F4-DE46-4A93-BC61-7E496E4EAA2A}" presName="sibTrans" presStyleCnt="0"/>
      <dgm:spPr/>
    </dgm:pt>
    <dgm:pt modelId="{3B13C773-B418-4D4C-8B52-757ED421D657}" type="pres">
      <dgm:prSet presAssocID="{6A1C6680-9A39-4F67-B176-7BA0F5A1C355}" presName="compositeNode" presStyleCnt="0">
        <dgm:presLayoutVars>
          <dgm:bulletEnabled val="1"/>
        </dgm:presLayoutVars>
      </dgm:prSet>
      <dgm:spPr/>
    </dgm:pt>
    <dgm:pt modelId="{015BF9F0-F507-004A-9A83-CEC13BE1CCBD}" type="pres">
      <dgm:prSet presAssocID="{6A1C6680-9A39-4F67-B176-7BA0F5A1C355}" presName="bgRect" presStyleLbl="bgAccFollowNode1" presStyleIdx="2" presStyleCnt="6"/>
      <dgm:spPr/>
    </dgm:pt>
    <dgm:pt modelId="{900AB03D-C01A-5443-B755-8469C8F4C10F}" type="pres">
      <dgm:prSet presAssocID="{AD860C2F-9861-42A1-9DF1-B62627C0C3B1}" presName="sibTransNodeCircle" presStyleLbl="alignNode1" presStyleIdx="4" presStyleCnt="12">
        <dgm:presLayoutVars>
          <dgm:chMax val="0"/>
          <dgm:bulletEnabled/>
        </dgm:presLayoutVars>
      </dgm:prSet>
      <dgm:spPr/>
    </dgm:pt>
    <dgm:pt modelId="{51A8DD9F-E88A-B547-99B0-A01970408BBB}" type="pres">
      <dgm:prSet presAssocID="{6A1C6680-9A39-4F67-B176-7BA0F5A1C355}" presName="bottomLine" presStyleLbl="alignNode1" presStyleIdx="5" presStyleCnt="12">
        <dgm:presLayoutVars/>
      </dgm:prSet>
      <dgm:spPr/>
    </dgm:pt>
    <dgm:pt modelId="{5B3002B7-DD1E-3749-BC39-2CC0540250B2}" type="pres">
      <dgm:prSet presAssocID="{6A1C6680-9A39-4F67-B176-7BA0F5A1C355}" presName="nodeText" presStyleLbl="bgAccFollowNode1" presStyleIdx="2" presStyleCnt="6">
        <dgm:presLayoutVars>
          <dgm:bulletEnabled val="1"/>
        </dgm:presLayoutVars>
      </dgm:prSet>
      <dgm:spPr/>
    </dgm:pt>
    <dgm:pt modelId="{A60818A1-729B-8849-8DFE-E31ECF6FC3EB}" type="pres">
      <dgm:prSet presAssocID="{AD860C2F-9861-42A1-9DF1-B62627C0C3B1}" presName="sibTrans" presStyleCnt="0"/>
      <dgm:spPr/>
    </dgm:pt>
    <dgm:pt modelId="{A7F72C0B-60DE-124F-9E27-514D6B273694}" type="pres">
      <dgm:prSet presAssocID="{D2347A77-A287-4D69-B24A-64BDF92327DE}" presName="compositeNode" presStyleCnt="0">
        <dgm:presLayoutVars>
          <dgm:bulletEnabled val="1"/>
        </dgm:presLayoutVars>
      </dgm:prSet>
      <dgm:spPr/>
    </dgm:pt>
    <dgm:pt modelId="{9BDC3DFE-673D-D74C-97BF-22C03787CB34}" type="pres">
      <dgm:prSet presAssocID="{D2347A77-A287-4D69-B24A-64BDF92327DE}" presName="bgRect" presStyleLbl="bgAccFollowNode1" presStyleIdx="3" presStyleCnt="6"/>
      <dgm:spPr/>
    </dgm:pt>
    <dgm:pt modelId="{69E2A6C3-B064-BA49-8EB3-127C4F79D6E3}" type="pres">
      <dgm:prSet presAssocID="{39B5B1B9-8E00-47FB-BAF0-0A2E93B894E7}" presName="sibTransNodeCircle" presStyleLbl="alignNode1" presStyleIdx="6" presStyleCnt="12">
        <dgm:presLayoutVars>
          <dgm:chMax val="0"/>
          <dgm:bulletEnabled/>
        </dgm:presLayoutVars>
      </dgm:prSet>
      <dgm:spPr/>
    </dgm:pt>
    <dgm:pt modelId="{AA9F93A7-15EE-B644-8F28-71C7ECF8D0B4}" type="pres">
      <dgm:prSet presAssocID="{D2347A77-A287-4D69-B24A-64BDF92327DE}" presName="bottomLine" presStyleLbl="alignNode1" presStyleIdx="7" presStyleCnt="12">
        <dgm:presLayoutVars/>
      </dgm:prSet>
      <dgm:spPr/>
    </dgm:pt>
    <dgm:pt modelId="{DF4F8D17-3F86-6643-B302-7E1B3C05FEB2}" type="pres">
      <dgm:prSet presAssocID="{D2347A77-A287-4D69-B24A-64BDF92327DE}" presName="nodeText" presStyleLbl="bgAccFollowNode1" presStyleIdx="3" presStyleCnt="6">
        <dgm:presLayoutVars>
          <dgm:bulletEnabled val="1"/>
        </dgm:presLayoutVars>
      </dgm:prSet>
      <dgm:spPr/>
    </dgm:pt>
    <dgm:pt modelId="{43F494CA-CF55-3F44-B337-4E4296C18290}" type="pres">
      <dgm:prSet presAssocID="{39B5B1B9-8E00-47FB-BAF0-0A2E93B894E7}" presName="sibTrans" presStyleCnt="0"/>
      <dgm:spPr/>
    </dgm:pt>
    <dgm:pt modelId="{E85DB820-8D29-FB41-80E9-57B08D60D6EB}" type="pres">
      <dgm:prSet presAssocID="{B0365EEC-1C23-4CC5-BB1F-19B4A49FDF59}" presName="compositeNode" presStyleCnt="0">
        <dgm:presLayoutVars>
          <dgm:bulletEnabled val="1"/>
        </dgm:presLayoutVars>
      </dgm:prSet>
      <dgm:spPr/>
    </dgm:pt>
    <dgm:pt modelId="{70DE6922-5C47-4F45-8AD5-4DE81D62F484}" type="pres">
      <dgm:prSet presAssocID="{B0365EEC-1C23-4CC5-BB1F-19B4A49FDF59}" presName="bgRect" presStyleLbl="bgAccFollowNode1" presStyleIdx="4" presStyleCnt="6"/>
      <dgm:spPr/>
    </dgm:pt>
    <dgm:pt modelId="{51863D58-08C1-774A-BCB0-B1257945B4B0}" type="pres">
      <dgm:prSet presAssocID="{C3DAE065-C711-44C4-AD6C-0338533C2294}" presName="sibTransNodeCircle" presStyleLbl="alignNode1" presStyleIdx="8" presStyleCnt="12">
        <dgm:presLayoutVars>
          <dgm:chMax val="0"/>
          <dgm:bulletEnabled/>
        </dgm:presLayoutVars>
      </dgm:prSet>
      <dgm:spPr/>
    </dgm:pt>
    <dgm:pt modelId="{5A6A567F-CCC8-4A4F-8062-144BC83F154C}" type="pres">
      <dgm:prSet presAssocID="{B0365EEC-1C23-4CC5-BB1F-19B4A49FDF59}" presName="bottomLine" presStyleLbl="alignNode1" presStyleIdx="9" presStyleCnt="12">
        <dgm:presLayoutVars/>
      </dgm:prSet>
      <dgm:spPr/>
    </dgm:pt>
    <dgm:pt modelId="{82341D6B-585D-564E-845C-87B53772CEE8}" type="pres">
      <dgm:prSet presAssocID="{B0365EEC-1C23-4CC5-BB1F-19B4A49FDF59}" presName="nodeText" presStyleLbl="bgAccFollowNode1" presStyleIdx="4" presStyleCnt="6">
        <dgm:presLayoutVars>
          <dgm:bulletEnabled val="1"/>
        </dgm:presLayoutVars>
      </dgm:prSet>
      <dgm:spPr/>
    </dgm:pt>
    <dgm:pt modelId="{4CCFA483-0ACF-2148-8F8B-461FDED9401F}" type="pres">
      <dgm:prSet presAssocID="{C3DAE065-C711-44C4-AD6C-0338533C2294}" presName="sibTrans" presStyleCnt="0"/>
      <dgm:spPr/>
    </dgm:pt>
    <dgm:pt modelId="{CB9E00D2-00EB-DE4C-85D1-396B8BFEB6F4}" type="pres">
      <dgm:prSet presAssocID="{9A35C3DB-8373-40AD-B03F-494E7AF277B0}" presName="compositeNode" presStyleCnt="0">
        <dgm:presLayoutVars>
          <dgm:bulletEnabled val="1"/>
        </dgm:presLayoutVars>
      </dgm:prSet>
      <dgm:spPr/>
    </dgm:pt>
    <dgm:pt modelId="{549CC966-4CE4-0A41-AE5C-97EDBB1FC6F5}" type="pres">
      <dgm:prSet presAssocID="{9A35C3DB-8373-40AD-B03F-494E7AF277B0}" presName="bgRect" presStyleLbl="bgAccFollowNode1" presStyleIdx="5" presStyleCnt="6"/>
      <dgm:spPr/>
    </dgm:pt>
    <dgm:pt modelId="{FBEC2843-8656-824B-B82F-BE0651717C0A}" type="pres">
      <dgm:prSet presAssocID="{8149207D-6422-4AD1-A3CF-E50885B0661D}" presName="sibTransNodeCircle" presStyleLbl="alignNode1" presStyleIdx="10" presStyleCnt="12">
        <dgm:presLayoutVars>
          <dgm:chMax val="0"/>
          <dgm:bulletEnabled/>
        </dgm:presLayoutVars>
      </dgm:prSet>
      <dgm:spPr/>
    </dgm:pt>
    <dgm:pt modelId="{29B6A35D-AA12-CF4E-8986-DC9948953823}" type="pres">
      <dgm:prSet presAssocID="{9A35C3DB-8373-40AD-B03F-494E7AF277B0}" presName="bottomLine" presStyleLbl="alignNode1" presStyleIdx="11" presStyleCnt="12">
        <dgm:presLayoutVars/>
      </dgm:prSet>
      <dgm:spPr/>
    </dgm:pt>
    <dgm:pt modelId="{76FEDD81-ED57-A34D-AF3A-B82B23332354}" type="pres">
      <dgm:prSet presAssocID="{9A35C3DB-8373-40AD-B03F-494E7AF277B0}" presName="nodeText" presStyleLbl="bgAccFollowNode1" presStyleIdx="5" presStyleCnt="6">
        <dgm:presLayoutVars>
          <dgm:bulletEnabled val="1"/>
        </dgm:presLayoutVars>
      </dgm:prSet>
      <dgm:spPr/>
    </dgm:pt>
  </dgm:ptLst>
  <dgm:cxnLst>
    <dgm:cxn modelId="{D3023404-EEC2-4BDD-91F8-9B5F83E824E1}" srcId="{6BEC8DDA-5F35-4C87-9DA3-3838D7D1A148}" destId="{7534F3C5-20D9-478C-B030-2BA84C96F9E3}" srcOrd="0" destOrd="0" parTransId="{50A8A7A6-85DA-4695-8542-EE036F598B76}" sibTransId="{CF633745-FEF8-4FAF-A620-6FD80B70A180}"/>
    <dgm:cxn modelId="{65529A0A-1CE7-CC4B-93C2-5F6A73403CE3}" type="presOf" srcId="{B0365EEC-1C23-4CC5-BB1F-19B4A49FDF59}" destId="{70DE6922-5C47-4F45-8AD5-4DE81D62F484}" srcOrd="0" destOrd="0" presId="urn:microsoft.com/office/officeart/2016/7/layout/BasicLinearProcessNumbered"/>
    <dgm:cxn modelId="{53A9B112-D866-A040-A413-BE8ABAF2AFDE}" type="presOf" srcId="{D2347A77-A287-4D69-B24A-64BDF92327DE}" destId="{9BDC3DFE-673D-D74C-97BF-22C03787CB34}" srcOrd="0" destOrd="0" presId="urn:microsoft.com/office/officeart/2016/7/layout/BasicLinearProcessNumbered"/>
    <dgm:cxn modelId="{56F8F01D-38CA-4AF5-BE4F-58F7B7EE11F9}" srcId="{6BEC8DDA-5F35-4C87-9DA3-3838D7D1A148}" destId="{6A1C6680-9A39-4F67-B176-7BA0F5A1C355}" srcOrd="2" destOrd="0" parTransId="{85627DF9-146C-4361-97EA-2D2F8C1B945B}" sibTransId="{AD860C2F-9861-42A1-9DF1-B62627C0C3B1}"/>
    <dgm:cxn modelId="{D4F4F833-C737-FB4D-AB14-CFD08815C0A7}" type="presOf" srcId="{AD860C2F-9861-42A1-9DF1-B62627C0C3B1}" destId="{900AB03D-C01A-5443-B755-8469C8F4C10F}" srcOrd="0" destOrd="0" presId="urn:microsoft.com/office/officeart/2016/7/layout/BasicLinearProcessNumbered"/>
    <dgm:cxn modelId="{F398FD3E-76D7-454F-96F2-D029665D8FEA}" srcId="{6BEC8DDA-5F35-4C87-9DA3-3838D7D1A148}" destId="{B0365EEC-1C23-4CC5-BB1F-19B4A49FDF59}" srcOrd="4" destOrd="0" parTransId="{BC6C55BC-0A92-4BD8-B06F-51E827C4F877}" sibTransId="{C3DAE065-C711-44C4-AD6C-0338533C2294}"/>
    <dgm:cxn modelId="{3E5E3C45-975F-E14D-8D49-E0D29A44DF8F}" type="presOf" srcId="{39B5B1B9-8E00-47FB-BAF0-0A2E93B894E7}" destId="{69E2A6C3-B064-BA49-8EB3-127C4F79D6E3}" srcOrd="0" destOrd="0" presId="urn:microsoft.com/office/officeart/2016/7/layout/BasicLinearProcessNumbered"/>
    <dgm:cxn modelId="{72545749-395F-4142-818F-2678D6A7A439}" type="presOf" srcId="{524311D2-55CA-4555-875E-EFF868C42BD1}" destId="{6D1E19A4-D3A4-CF48-8378-8995C71B3EBB}" srcOrd="0" destOrd="0" presId="urn:microsoft.com/office/officeart/2016/7/layout/BasicLinearProcessNumbered"/>
    <dgm:cxn modelId="{9A63EA50-CDEF-EF44-B167-6E98AE742829}" type="presOf" srcId="{6A1C6680-9A39-4F67-B176-7BA0F5A1C355}" destId="{015BF9F0-F507-004A-9A83-CEC13BE1CCBD}" srcOrd="0" destOrd="0" presId="urn:microsoft.com/office/officeart/2016/7/layout/BasicLinearProcessNumbered"/>
    <dgm:cxn modelId="{4DF0B356-10A0-894C-BF59-782681FC1468}" type="presOf" srcId="{7534F3C5-20D9-478C-B030-2BA84C96F9E3}" destId="{8983454B-CFEC-8E4B-AA73-A7D0171F5E92}" srcOrd="1" destOrd="0" presId="urn:microsoft.com/office/officeart/2016/7/layout/BasicLinearProcessNumbered"/>
    <dgm:cxn modelId="{87F6386C-ADF7-BD42-9EF7-025DC6268927}" type="presOf" srcId="{524311D2-55CA-4555-875E-EFF868C42BD1}" destId="{9AEE68A8-9960-3643-B2E8-02770804C502}" srcOrd="1" destOrd="0" presId="urn:microsoft.com/office/officeart/2016/7/layout/BasicLinearProcessNumbered"/>
    <dgm:cxn modelId="{61EBFC74-2F38-47BA-8E4B-419E7217C3C3}" srcId="{6BEC8DDA-5F35-4C87-9DA3-3838D7D1A148}" destId="{D2347A77-A287-4D69-B24A-64BDF92327DE}" srcOrd="3" destOrd="0" parTransId="{F2B0E797-5716-4C7D-9F96-E80F97D36546}" sibTransId="{39B5B1B9-8E00-47FB-BAF0-0A2E93B894E7}"/>
    <dgm:cxn modelId="{A2F0DD7C-8B52-4542-ACF8-4D407FB18D18}" type="presOf" srcId="{6BEC8DDA-5F35-4C87-9DA3-3838D7D1A148}" destId="{BB514787-45B0-104A-B8E6-FB0D07FA8BB8}" srcOrd="0" destOrd="0" presId="urn:microsoft.com/office/officeart/2016/7/layout/BasicLinearProcessNumbered"/>
    <dgm:cxn modelId="{7B69878C-AB08-4548-BBFA-CA9A18ABE91A}" type="presOf" srcId="{49D625F4-DE46-4A93-BC61-7E496E4EAA2A}" destId="{17E95AC6-895F-8949-96EF-6C7410ED0730}" srcOrd="0" destOrd="0" presId="urn:microsoft.com/office/officeart/2016/7/layout/BasicLinearProcessNumbered"/>
    <dgm:cxn modelId="{55F106AF-5387-5F40-816A-432A6E26EABB}" type="presOf" srcId="{CF633745-FEF8-4FAF-A620-6FD80B70A180}" destId="{B7512170-A6C4-BF42-B230-46C8C9974CED}" srcOrd="0" destOrd="0" presId="urn:microsoft.com/office/officeart/2016/7/layout/BasicLinearProcessNumbered"/>
    <dgm:cxn modelId="{7E56DAB3-0343-F241-94CE-3D1F5DB94C1E}" type="presOf" srcId="{6A1C6680-9A39-4F67-B176-7BA0F5A1C355}" destId="{5B3002B7-DD1E-3749-BC39-2CC0540250B2}" srcOrd="1" destOrd="0" presId="urn:microsoft.com/office/officeart/2016/7/layout/BasicLinearProcessNumbered"/>
    <dgm:cxn modelId="{AF619EB6-BA00-48EF-B726-E3C1870096DF}" srcId="{6BEC8DDA-5F35-4C87-9DA3-3838D7D1A148}" destId="{9A35C3DB-8373-40AD-B03F-494E7AF277B0}" srcOrd="5" destOrd="0" parTransId="{67D37775-0A1F-40DF-831F-5E2A1B36D121}" sibTransId="{8149207D-6422-4AD1-A3CF-E50885B0661D}"/>
    <dgm:cxn modelId="{2423DAC4-2426-3241-9DB4-D57B088D0448}" type="presOf" srcId="{D2347A77-A287-4D69-B24A-64BDF92327DE}" destId="{DF4F8D17-3F86-6643-B302-7E1B3C05FEB2}" srcOrd="1" destOrd="0" presId="urn:microsoft.com/office/officeart/2016/7/layout/BasicLinearProcessNumbered"/>
    <dgm:cxn modelId="{AB898CC9-8AB4-3545-8DC8-A000988DBBE0}" type="presOf" srcId="{7534F3C5-20D9-478C-B030-2BA84C96F9E3}" destId="{B4A3F649-7E22-4B4E-87A4-0AC198D73123}" srcOrd="0" destOrd="0" presId="urn:microsoft.com/office/officeart/2016/7/layout/BasicLinearProcessNumbered"/>
    <dgm:cxn modelId="{7867D6D4-0505-6042-BA0E-8BC6269FCD62}" type="presOf" srcId="{9A35C3DB-8373-40AD-B03F-494E7AF277B0}" destId="{76FEDD81-ED57-A34D-AF3A-B82B23332354}" srcOrd="1" destOrd="0" presId="urn:microsoft.com/office/officeart/2016/7/layout/BasicLinearProcessNumbered"/>
    <dgm:cxn modelId="{B873A3E3-1FFA-0545-8364-A1DAE0CBDB55}" type="presOf" srcId="{B0365EEC-1C23-4CC5-BB1F-19B4A49FDF59}" destId="{82341D6B-585D-564E-845C-87B53772CEE8}" srcOrd="1" destOrd="0" presId="urn:microsoft.com/office/officeart/2016/7/layout/BasicLinearProcessNumbered"/>
    <dgm:cxn modelId="{6A5D5AE8-4E8D-3344-9D0F-F4E063460D5D}" type="presOf" srcId="{8149207D-6422-4AD1-A3CF-E50885B0661D}" destId="{FBEC2843-8656-824B-B82F-BE0651717C0A}" srcOrd="0" destOrd="0" presId="urn:microsoft.com/office/officeart/2016/7/layout/BasicLinearProcessNumbered"/>
    <dgm:cxn modelId="{F71102ED-0790-40F1-A793-3B871915A592}" srcId="{6BEC8DDA-5F35-4C87-9DA3-3838D7D1A148}" destId="{524311D2-55CA-4555-875E-EFF868C42BD1}" srcOrd="1" destOrd="0" parTransId="{AED315C7-DB4B-49A4-A55B-1FA177CDDE1B}" sibTransId="{49D625F4-DE46-4A93-BC61-7E496E4EAA2A}"/>
    <dgm:cxn modelId="{EBEB9CF6-CC6E-EF49-B2A8-B0A044016F20}" type="presOf" srcId="{9A35C3DB-8373-40AD-B03F-494E7AF277B0}" destId="{549CC966-4CE4-0A41-AE5C-97EDBB1FC6F5}" srcOrd="0" destOrd="0" presId="urn:microsoft.com/office/officeart/2016/7/layout/BasicLinearProcessNumbered"/>
    <dgm:cxn modelId="{671DB8FA-30CA-E740-8D96-2555F9A567C9}" type="presOf" srcId="{C3DAE065-C711-44C4-AD6C-0338533C2294}" destId="{51863D58-08C1-774A-BCB0-B1257945B4B0}" srcOrd="0" destOrd="0" presId="urn:microsoft.com/office/officeart/2016/7/layout/BasicLinearProcessNumbered"/>
    <dgm:cxn modelId="{F632A018-E164-7242-B257-59CD815EEE4A}" type="presParOf" srcId="{BB514787-45B0-104A-B8E6-FB0D07FA8BB8}" destId="{8F2069E4-7D65-3D49-A23A-A0D086662B04}" srcOrd="0" destOrd="0" presId="urn:microsoft.com/office/officeart/2016/7/layout/BasicLinearProcessNumbered"/>
    <dgm:cxn modelId="{0D4D74DE-137D-2146-864F-C2496C4C62E0}" type="presParOf" srcId="{8F2069E4-7D65-3D49-A23A-A0D086662B04}" destId="{B4A3F649-7E22-4B4E-87A4-0AC198D73123}" srcOrd="0" destOrd="0" presId="urn:microsoft.com/office/officeart/2016/7/layout/BasicLinearProcessNumbered"/>
    <dgm:cxn modelId="{37B99D9E-5BE5-F746-8CF5-830E67680107}" type="presParOf" srcId="{8F2069E4-7D65-3D49-A23A-A0D086662B04}" destId="{B7512170-A6C4-BF42-B230-46C8C9974CED}" srcOrd="1" destOrd="0" presId="urn:microsoft.com/office/officeart/2016/7/layout/BasicLinearProcessNumbered"/>
    <dgm:cxn modelId="{82466A5C-34CF-0D4C-B2A3-602DB9D53E76}" type="presParOf" srcId="{8F2069E4-7D65-3D49-A23A-A0D086662B04}" destId="{1D76F1B9-E175-3A4E-BF44-F52D4EA7E93E}" srcOrd="2" destOrd="0" presId="urn:microsoft.com/office/officeart/2016/7/layout/BasicLinearProcessNumbered"/>
    <dgm:cxn modelId="{EC27B61D-DE26-4746-A337-B3B90DF39C5A}" type="presParOf" srcId="{8F2069E4-7D65-3D49-A23A-A0D086662B04}" destId="{8983454B-CFEC-8E4B-AA73-A7D0171F5E92}" srcOrd="3" destOrd="0" presId="urn:microsoft.com/office/officeart/2016/7/layout/BasicLinearProcessNumbered"/>
    <dgm:cxn modelId="{84975FB3-8577-0247-B5F1-6613F51E2BFE}" type="presParOf" srcId="{BB514787-45B0-104A-B8E6-FB0D07FA8BB8}" destId="{EE35FB82-23A8-D24A-B7F1-D66AD05A33E3}" srcOrd="1" destOrd="0" presId="urn:microsoft.com/office/officeart/2016/7/layout/BasicLinearProcessNumbered"/>
    <dgm:cxn modelId="{9E80C8AE-53AC-1C4C-A47F-FE9C0B0D2EA2}" type="presParOf" srcId="{BB514787-45B0-104A-B8E6-FB0D07FA8BB8}" destId="{FC8AB184-9684-1B43-92B1-DAE3F0556AA0}" srcOrd="2" destOrd="0" presId="urn:microsoft.com/office/officeart/2016/7/layout/BasicLinearProcessNumbered"/>
    <dgm:cxn modelId="{8A1E58E7-7057-3C42-B435-E13C47285E10}" type="presParOf" srcId="{FC8AB184-9684-1B43-92B1-DAE3F0556AA0}" destId="{6D1E19A4-D3A4-CF48-8378-8995C71B3EBB}" srcOrd="0" destOrd="0" presId="urn:microsoft.com/office/officeart/2016/7/layout/BasicLinearProcessNumbered"/>
    <dgm:cxn modelId="{CF465D23-E236-5F4A-AA7C-4D03FBB093A9}" type="presParOf" srcId="{FC8AB184-9684-1B43-92B1-DAE3F0556AA0}" destId="{17E95AC6-895F-8949-96EF-6C7410ED0730}" srcOrd="1" destOrd="0" presId="urn:microsoft.com/office/officeart/2016/7/layout/BasicLinearProcessNumbered"/>
    <dgm:cxn modelId="{A17398B1-54C4-DA4A-A9FA-46F6841E021F}" type="presParOf" srcId="{FC8AB184-9684-1B43-92B1-DAE3F0556AA0}" destId="{57829D79-EBC8-4542-85BC-E7935F756AB5}" srcOrd="2" destOrd="0" presId="urn:microsoft.com/office/officeart/2016/7/layout/BasicLinearProcessNumbered"/>
    <dgm:cxn modelId="{319C9D74-E98F-E84D-9BAB-58E158D13209}" type="presParOf" srcId="{FC8AB184-9684-1B43-92B1-DAE3F0556AA0}" destId="{9AEE68A8-9960-3643-B2E8-02770804C502}" srcOrd="3" destOrd="0" presId="urn:microsoft.com/office/officeart/2016/7/layout/BasicLinearProcessNumbered"/>
    <dgm:cxn modelId="{E1D9A44C-1F0B-F645-AD8B-A63B9EEE39FC}" type="presParOf" srcId="{BB514787-45B0-104A-B8E6-FB0D07FA8BB8}" destId="{6C20279F-6FE9-D84C-BDB5-91AC756F28E5}" srcOrd="3" destOrd="0" presId="urn:microsoft.com/office/officeart/2016/7/layout/BasicLinearProcessNumbered"/>
    <dgm:cxn modelId="{B43E3A3A-EF69-4641-BB61-16412C09D937}" type="presParOf" srcId="{BB514787-45B0-104A-B8E6-FB0D07FA8BB8}" destId="{3B13C773-B418-4D4C-8B52-757ED421D657}" srcOrd="4" destOrd="0" presId="urn:microsoft.com/office/officeart/2016/7/layout/BasicLinearProcessNumbered"/>
    <dgm:cxn modelId="{3D72F560-3E7C-4D49-B7DB-8432D3F55B5F}" type="presParOf" srcId="{3B13C773-B418-4D4C-8B52-757ED421D657}" destId="{015BF9F0-F507-004A-9A83-CEC13BE1CCBD}" srcOrd="0" destOrd="0" presId="urn:microsoft.com/office/officeart/2016/7/layout/BasicLinearProcessNumbered"/>
    <dgm:cxn modelId="{9EFF7539-EC49-ED44-BE75-28F073CFA7A4}" type="presParOf" srcId="{3B13C773-B418-4D4C-8B52-757ED421D657}" destId="{900AB03D-C01A-5443-B755-8469C8F4C10F}" srcOrd="1" destOrd="0" presId="urn:microsoft.com/office/officeart/2016/7/layout/BasicLinearProcessNumbered"/>
    <dgm:cxn modelId="{7BCF2A2B-D3B8-2141-A16A-4F867923D01B}" type="presParOf" srcId="{3B13C773-B418-4D4C-8B52-757ED421D657}" destId="{51A8DD9F-E88A-B547-99B0-A01970408BBB}" srcOrd="2" destOrd="0" presId="urn:microsoft.com/office/officeart/2016/7/layout/BasicLinearProcessNumbered"/>
    <dgm:cxn modelId="{E68A38C5-C700-EE4C-B1A2-D0036D2CB30B}" type="presParOf" srcId="{3B13C773-B418-4D4C-8B52-757ED421D657}" destId="{5B3002B7-DD1E-3749-BC39-2CC0540250B2}" srcOrd="3" destOrd="0" presId="urn:microsoft.com/office/officeart/2016/7/layout/BasicLinearProcessNumbered"/>
    <dgm:cxn modelId="{49D53E43-F7AA-424A-AF97-01A3C7F0C9CC}" type="presParOf" srcId="{BB514787-45B0-104A-B8E6-FB0D07FA8BB8}" destId="{A60818A1-729B-8849-8DFE-E31ECF6FC3EB}" srcOrd="5" destOrd="0" presId="urn:microsoft.com/office/officeart/2016/7/layout/BasicLinearProcessNumbered"/>
    <dgm:cxn modelId="{79B20D77-F2CB-C84D-8424-377C21BFF29C}" type="presParOf" srcId="{BB514787-45B0-104A-B8E6-FB0D07FA8BB8}" destId="{A7F72C0B-60DE-124F-9E27-514D6B273694}" srcOrd="6" destOrd="0" presId="urn:microsoft.com/office/officeart/2016/7/layout/BasicLinearProcessNumbered"/>
    <dgm:cxn modelId="{FD7D4F50-06C1-8B47-9BA0-53E4A3B736DC}" type="presParOf" srcId="{A7F72C0B-60DE-124F-9E27-514D6B273694}" destId="{9BDC3DFE-673D-D74C-97BF-22C03787CB34}" srcOrd="0" destOrd="0" presId="urn:microsoft.com/office/officeart/2016/7/layout/BasicLinearProcessNumbered"/>
    <dgm:cxn modelId="{5ECC9E84-BDB1-2043-84A8-1DA47C4755D4}" type="presParOf" srcId="{A7F72C0B-60DE-124F-9E27-514D6B273694}" destId="{69E2A6C3-B064-BA49-8EB3-127C4F79D6E3}" srcOrd="1" destOrd="0" presId="urn:microsoft.com/office/officeart/2016/7/layout/BasicLinearProcessNumbered"/>
    <dgm:cxn modelId="{AF9DA59C-7533-B946-947E-5B1FAC608EDD}" type="presParOf" srcId="{A7F72C0B-60DE-124F-9E27-514D6B273694}" destId="{AA9F93A7-15EE-B644-8F28-71C7ECF8D0B4}" srcOrd="2" destOrd="0" presId="urn:microsoft.com/office/officeart/2016/7/layout/BasicLinearProcessNumbered"/>
    <dgm:cxn modelId="{348A7538-F1FB-0647-88B3-93574E222206}" type="presParOf" srcId="{A7F72C0B-60DE-124F-9E27-514D6B273694}" destId="{DF4F8D17-3F86-6643-B302-7E1B3C05FEB2}" srcOrd="3" destOrd="0" presId="urn:microsoft.com/office/officeart/2016/7/layout/BasicLinearProcessNumbered"/>
    <dgm:cxn modelId="{55A15F92-406E-5540-97BB-03A02DF75DE1}" type="presParOf" srcId="{BB514787-45B0-104A-B8E6-FB0D07FA8BB8}" destId="{43F494CA-CF55-3F44-B337-4E4296C18290}" srcOrd="7" destOrd="0" presId="urn:microsoft.com/office/officeart/2016/7/layout/BasicLinearProcessNumbered"/>
    <dgm:cxn modelId="{74D09C07-9E14-2146-B1B7-58ABA97962D1}" type="presParOf" srcId="{BB514787-45B0-104A-B8E6-FB0D07FA8BB8}" destId="{E85DB820-8D29-FB41-80E9-57B08D60D6EB}" srcOrd="8" destOrd="0" presId="urn:microsoft.com/office/officeart/2016/7/layout/BasicLinearProcessNumbered"/>
    <dgm:cxn modelId="{3C4286AE-BA0D-A645-82B1-C68B3BC6D1AE}" type="presParOf" srcId="{E85DB820-8D29-FB41-80E9-57B08D60D6EB}" destId="{70DE6922-5C47-4F45-8AD5-4DE81D62F484}" srcOrd="0" destOrd="0" presId="urn:microsoft.com/office/officeart/2016/7/layout/BasicLinearProcessNumbered"/>
    <dgm:cxn modelId="{9246954E-C077-9B42-A7C6-2D7109A8E64D}" type="presParOf" srcId="{E85DB820-8D29-FB41-80E9-57B08D60D6EB}" destId="{51863D58-08C1-774A-BCB0-B1257945B4B0}" srcOrd="1" destOrd="0" presId="urn:microsoft.com/office/officeart/2016/7/layout/BasicLinearProcessNumbered"/>
    <dgm:cxn modelId="{1FF69035-553C-BB46-A061-3FBAD4CE7AD3}" type="presParOf" srcId="{E85DB820-8D29-FB41-80E9-57B08D60D6EB}" destId="{5A6A567F-CCC8-4A4F-8062-144BC83F154C}" srcOrd="2" destOrd="0" presId="urn:microsoft.com/office/officeart/2016/7/layout/BasicLinearProcessNumbered"/>
    <dgm:cxn modelId="{FDD797C1-49F7-D94D-9407-F443B8C0FE0F}" type="presParOf" srcId="{E85DB820-8D29-FB41-80E9-57B08D60D6EB}" destId="{82341D6B-585D-564E-845C-87B53772CEE8}" srcOrd="3" destOrd="0" presId="urn:microsoft.com/office/officeart/2016/7/layout/BasicLinearProcessNumbered"/>
    <dgm:cxn modelId="{2F6E46F4-F903-674F-BCF2-53BB1C41E12E}" type="presParOf" srcId="{BB514787-45B0-104A-B8E6-FB0D07FA8BB8}" destId="{4CCFA483-0ACF-2148-8F8B-461FDED9401F}" srcOrd="9" destOrd="0" presId="urn:microsoft.com/office/officeart/2016/7/layout/BasicLinearProcessNumbered"/>
    <dgm:cxn modelId="{82FAD649-D88C-F347-9AD8-B35FE667F0D9}" type="presParOf" srcId="{BB514787-45B0-104A-B8E6-FB0D07FA8BB8}" destId="{CB9E00D2-00EB-DE4C-85D1-396B8BFEB6F4}" srcOrd="10" destOrd="0" presId="urn:microsoft.com/office/officeart/2016/7/layout/BasicLinearProcessNumbered"/>
    <dgm:cxn modelId="{BC05ADFA-8C31-5848-8DE8-3B2AC1F19BB7}" type="presParOf" srcId="{CB9E00D2-00EB-DE4C-85D1-396B8BFEB6F4}" destId="{549CC966-4CE4-0A41-AE5C-97EDBB1FC6F5}" srcOrd="0" destOrd="0" presId="urn:microsoft.com/office/officeart/2016/7/layout/BasicLinearProcessNumbered"/>
    <dgm:cxn modelId="{E3BC176A-7C61-A644-BC2E-8B74B652D379}" type="presParOf" srcId="{CB9E00D2-00EB-DE4C-85D1-396B8BFEB6F4}" destId="{FBEC2843-8656-824B-B82F-BE0651717C0A}" srcOrd="1" destOrd="0" presId="urn:microsoft.com/office/officeart/2016/7/layout/BasicLinearProcessNumbered"/>
    <dgm:cxn modelId="{D522F0F6-5C1C-4F4A-8B1A-F973563919E2}" type="presParOf" srcId="{CB9E00D2-00EB-DE4C-85D1-396B8BFEB6F4}" destId="{29B6A35D-AA12-CF4E-8986-DC9948953823}" srcOrd="2" destOrd="0" presId="urn:microsoft.com/office/officeart/2016/7/layout/BasicLinearProcessNumbered"/>
    <dgm:cxn modelId="{547EFADD-CD04-304D-A7A2-3F175046E502}" type="presParOf" srcId="{CB9E00D2-00EB-DE4C-85D1-396B8BFEB6F4}" destId="{76FEDD81-ED57-A34D-AF3A-B82B23332354}"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2839B3C-56CD-4F49-9613-9F9DA7834022}"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F7986717-8BA1-4CB7-A8D7-A65938559BF6}">
      <dgm:prSet/>
      <dgm:spPr/>
      <dgm:t>
        <a:bodyPr/>
        <a:lstStyle/>
        <a:p>
          <a:r>
            <a:rPr lang="en-US"/>
            <a:t>Creating user Account</a:t>
          </a:r>
        </a:p>
      </dgm:t>
    </dgm:pt>
    <dgm:pt modelId="{9D10BC87-3C38-4CA0-9E8F-9400B9CD9408}" type="parTrans" cxnId="{B1712CBD-9C2C-4F0B-8A37-CC1EB08DCC51}">
      <dgm:prSet/>
      <dgm:spPr/>
      <dgm:t>
        <a:bodyPr/>
        <a:lstStyle/>
        <a:p>
          <a:endParaRPr lang="en-US"/>
        </a:p>
      </dgm:t>
    </dgm:pt>
    <dgm:pt modelId="{2B84CFBC-2BE8-4DCB-A8CE-037D4BFB32B0}" type="sibTrans" cxnId="{B1712CBD-9C2C-4F0B-8A37-CC1EB08DCC51}">
      <dgm:prSet/>
      <dgm:spPr/>
      <dgm:t>
        <a:bodyPr/>
        <a:lstStyle/>
        <a:p>
          <a:endParaRPr lang="en-US"/>
        </a:p>
      </dgm:t>
    </dgm:pt>
    <dgm:pt modelId="{2549EE06-D8E2-46C8-9956-9D13305D70FB}">
      <dgm:prSet/>
      <dgm:spPr/>
      <dgm:t>
        <a:bodyPr/>
        <a:lstStyle/>
        <a:p>
          <a:r>
            <a:rPr lang="en-US"/>
            <a:t>Make Reservation</a:t>
          </a:r>
        </a:p>
      </dgm:t>
    </dgm:pt>
    <dgm:pt modelId="{66CFCCCF-C4D7-4F00-81B4-0F42447F5DB4}" type="parTrans" cxnId="{3ED26303-7CC7-43C2-8D53-B92134770825}">
      <dgm:prSet/>
      <dgm:spPr/>
      <dgm:t>
        <a:bodyPr/>
        <a:lstStyle/>
        <a:p>
          <a:endParaRPr lang="en-US"/>
        </a:p>
      </dgm:t>
    </dgm:pt>
    <dgm:pt modelId="{B39E2B2D-4B11-4AC7-97B3-7B95F84D08F6}" type="sibTrans" cxnId="{3ED26303-7CC7-43C2-8D53-B92134770825}">
      <dgm:prSet/>
      <dgm:spPr/>
      <dgm:t>
        <a:bodyPr/>
        <a:lstStyle/>
        <a:p>
          <a:endParaRPr lang="en-US"/>
        </a:p>
      </dgm:t>
    </dgm:pt>
    <dgm:pt modelId="{3E1F557E-E062-459D-97A3-1D88050D98A1}">
      <dgm:prSet/>
      <dgm:spPr/>
      <dgm:t>
        <a:bodyPr/>
        <a:lstStyle/>
        <a:p>
          <a:r>
            <a:rPr lang="en-US"/>
            <a:t>Cancel Reservation</a:t>
          </a:r>
        </a:p>
      </dgm:t>
    </dgm:pt>
    <dgm:pt modelId="{E6FAD8CC-FF88-4EB0-B760-BED97C1C3144}" type="parTrans" cxnId="{EA40F6D7-0D07-43CE-8AF7-057DFC8E870F}">
      <dgm:prSet/>
      <dgm:spPr/>
      <dgm:t>
        <a:bodyPr/>
        <a:lstStyle/>
        <a:p>
          <a:endParaRPr lang="en-US"/>
        </a:p>
      </dgm:t>
    </dgm:pt>
    <dgm:pt modelId="{C20C877D-A43F-4B8F-B993-0E58B6922C7C}" type="sibTrans" cxnId="{EA40F6D7-0D07-43CE-8AF7-057DFC8E870F}">
      <dgm:prSet/>
      <dgm:spPr/>
      <dgm:t>
        <a:bodyPr/>
        <a:lstStyle/>
        <a:p>
          <a:endParaRPr lang="en-US"/>
        </a:p>
      </dgm:t>
    </dgm:pt>
    <dgm:pt modelId="{62819E24-0F82-7A44-97E7-0BF50ECB2F16}" type="pres">
      <dgm:prSet presAssocID="{12839B3C-56CD-4F49-9613-9F9DA7834022}" presName="hierChild1" presStyleCnt="0">
        <dgm:presLayoutVars>
          <dgm:chPref val="1"/>
          <dgm:dir/>
          <dgm:animOne val="branch"/>
          <dgm:animLvl val="lvl"/>
          <dgm:resizeHandles/>
        </dgm:presLayoutVars>
      </dgm:prSet>
      <dgm:spPr/>
    </dgm:pt>
    <dgm:pt modelId="{AC5CB7C7-4A45-8C45-9B0C-491C62B7F9DD}" type="pres">
      <dgm:prSet presAssocID="{F7986717-8BA1-4CB7-A8D7-A65938559BF6}" presName="hierRoot1" presStyleCnt="0"/>
      <dgm:spPr/>
    </dgm:pt>
    <dgm:pt modelId="{AC6583CC-3D31-E34C-A20F-AFDE96B3B592}" type="pres">
      <dgm:prSet presAssocID="{F7986717-8BA1-4CB7-A8D7-A65938559BF6}" presName="composite" presStyleCnt="0"/>
      <dgm:spPr/>
    </dgm:pt>
    <dgm:pt modelId="{12E62EA1-5E9B-6549-B26E-ECF86F7D46FA}" type="pres">
      <dgm:prSet presAssocID="{F7986717-8BA1-4CB7-A8D7-A65938559BF6}" presName="background" presStyleLbl="node0" presStyleIdx="0" presStyleCnt="3"/>
      <dgm:spPr/>
    </dgm:pt>
    <dgm:pt modelId="{B05926CF-D072-0C41-81B9-A5E2D2DD56A8}" type="pres">
      <dgm:prSet presAssocID="{F7986717-8BA1-4CB7-A8D7-A65938559BF6}" presName="text" presStyleLbl="fgAcc0" presStyleIdx="0" presStyleCnt="3">
        <dgm:presLayoutVars>
          <dgm:chPref val="3"/>
        </dgm:presLayoutVars>
      </dgm:prSet>
      <dgm:spPr/>
    </dgm:pt>
    <dgm:pt modelId="{088FD5A6-425C-574F-B573-92C2222BD161}" type="pres">
      <dgm:prSet presAssocID="{F7986717-8BA1-4CB7-A8D7-A65938559BF6}" presName="hierChild2" presStyleCnt="0"/>
      <dgm:spPr/>
    </dgm:pt>
    <dgm:pt modelId="{D37FA446-9ACD-6A48-B496-B080EC00C94B}" type="pres">
      <dgm:prSet presAssocID="{2549EE06-D8E2-46C8-9956-9D13305D70FB}" presName="hierRoot1" presStyleCnt="0"/>
      <dgm:spPr/>
    </dgm:pt>
    <dgm:pt modelId="{EA7FECB3-389A-9B4D-8397-CBCEE4281FB4}" type="pres">
      <dgm:prSet presAssocID="{2549EE06-D8E2-46C8-9956-9D13305D70FB}" presName="composite" presStyleCnt="0"/>
      <dgm:spPr/>
    </dgm:pt>
    <dgm:pt modelId="{B627C0DF-610C-8848-8A96-0965944E310C}" type="pres">
      <dgm:prSet presAssocID="{2549EE06-D8E2-46C8-9956-9D13305D70FB}" presName="background" presStyleLbl="node0" presStyleIdx="1" presStyleCnt="3"/>
      <dgm:spPr/>
    </dgm:pt>
    <dgm:pt modelId="{9F8B41FE-E79F-FD45-B99D-B52F3EEB0298}" type="pres">
      <dgm:prSet presAssocID="{2549EE06-D8E2-46C8-9956-9D13305D70FB}" presName="text" presStyleLbl="fgAcc0" presStyleIdx="1" presStyleCnt="3">
        <dgm:presLayoutVars>
          <dgm:chPref val="3"/>
        </dgm:presLayoutVars>
      </dgm:prSet>
      <dgm:spPr/>
    </dgm:pt>
    <dgm:pt modelId="{B84DB4F7-94BD-AB41-832D-A14B96359A44}" type="pres">
      <dgm:prSet presAssocID="{2549EE06-D8E2-46C8-9956-9D13305D70FB}" presName="hierChild2" presStyleCnt="0"/>
      <dgm:spPr/>
    </dgm:pt>
    <dgm:pt modelId="{E26E918B-02A3-0041-B2A5-79DE8BDDAA4D}" type="pres">
      <dgm:prSet presAssocID="{3E1F557E-E062-459D-97A3-1D88050D98A1}" presName="hierRoot1" presStyleCnt="0"/>
      <dgm:spPr/>
    </dgm:pt>
    <dgm:pt modelId="{8F5BBC3C-FC63-B64A-8ECA-D64659890BCB}" type="pres">
      <dgm:prSet presAssocID="{3E1F557E-E062-459D-97A3-1D88050D98A1}" presName="composite" presStyleCnt="0"/>
      <dgm:spPr/>
    </dgm:pt>
    <dgm:pt modelId="{0C0F3BEB-36C6-DF44-A7E9-41E011FEB978}" type="pres">
      <dgm:prSet presAssocID="{3E1F557E-E062-459D-97A3-1D88050D98A1}" presName="background" presStyleLbl="node0" presStyleIdx="2" presStyleCnt="3"/>
      <dgm:spPr/>
    </dgm:pt>
    <dgm:pt modelId="{3135BACC-4E89-4843-80ED-8C098945CA24}" type="pres">
      <dgm:prSet presAssocID="{3E1F557E-E062-459D-97A3-1D88050D98A1}" presName="text" presStyleLbl="fgAcc0" presStyleIdx="2" presStyleCnt="3">
        <dgm:presLayoutVars>
          <dgm:chPref val="3"/>
        </dgm:presLayoutVars>
      </dgm:prSet>
      <dgm:spPr/>
    </dgm:pt>
    <dgm:pt modelId="{AA2C0FBD-A712-0C48-BA02-7E52C962900B}" type="pres">
      <dgm:prSet presAssocID="{3E1F557E-E062-459D-97A3-1D88050D98A1}" presName="hierChild2" presStyleCnt="0"/>
      <dgm:spPr/>
    </dgm:pt>
  </dgm:ptLst>
  <dgm:cxnLst>
    <dgm:cxn modelId="{3ED26303-7CC7-43C2-8D53-B92134770825}" srcId="{12839B3C-56CD-4F49-9613-9F9DA7834022}" destId="{2549EE06-D8E2-46C8-9956-9D13305D70FB}" srcOrd="1" destOrd="0" parTransId="{66CFCCCF-C4D7-4F00-81B4-0F42447F5DB4}" sibTransId="{B39E2B2D-4B11-4AC7-97B3-7B95F84D08F6}"/>
    <dgm:cxn modelId="{C1AE0D5C-FC64-1544-8042-1367DEA3C1E3}" type="presOf" srcId="{12839B3C-56CD-4F49-9613-9F9DA7834022}" destId="{62819E24-0F82-7A44-97E7-0BF50ECB2F16}" srcOrd="0" destOrd="0" presId="urn:microsoft.com/office/officeart/2005/8/layout/hierarchy1"/>
    <dgm:cxn modelId="{B430EA79-6C06-9C48-83ED-F7C677FBCFF8}" type="presOf" srcId="{2549EE06-D8E2-46C8-9956-9D13305D70FB}" destId="{9F8B41FE-E79F-FD45-B99D-B52F3EEB0298}" srcOrd="0" destOrd="0" presId="urn:microsoft.com/office/officeart/2005/8/layout/hierarchy1"/>
    <dgm:cxn modelId="{B1712CBD-9C2C-4F0B-8A37-CC1EB08DCC51}" srcId="{12839B3C-56CD-4F49-9613-9F9DA7834022}" destId="{F7986717-8BA1-4CB7-A8D7-A65938559BF6}" srcOrd="0" destOrd="0" parTransId="{9D10BC87-3C38-4CA0-9E8F-9400B9CD9408}" sibTransId="{2B84CFBC-2BE8-4DCB-A8CE-037D4BFB32B0}"/>
    <dgm:cxn modelId="{38A14CC1-23CA-3B43-8408-7A7E97742C3E}" type="presOf" srcId="{F7986717-8BA1-4CB7-A8D7-A65938559BF6}" destId="{B05926CF-D072-0C41-81B9-A5E2D2DD56A8}" srcOrd="0" destOrd="0" presId="urn:microsoft.com/office/officeart/2005/8/layout/hierarchy1"/>
    <dgm:cxn modelId="{1C520DCB-798A-7945-A140-A78F6E9D6114}" type="presOf" srcId="{3E1F557E-E062-459D-97A3-1D88050D98A1}" destId="{3135BACC-4E89-4843-80ED-8C098945CA24}" srcOrd="0" destOrd="0" presId="urn:microsoft.com/office/officeart/2005/8/layout/hierarchy1"/>
    <dgm:cxn modelId="{EA40F6D7-0D07-43CE-8AF7-057DFC8E870F}" srcId="{12839B3C-56CD-4F49-9613-9F9DA7834022}" destId="{3E1F557E-E062-459D-97A3-1D88050D98A1}" srcOrd="2" destOrd="0" parTransId="{E6FAD8CC-FF88-4EB0-B760-BED97C1C3144}" sibTransId="{C20C877D-A43F-4B8F-B993-0E58B6922C7C}"/>
    <dgm:cxn modelId="{9207AC22-266E-4D4C-B32D-CCA6B3C45057}" type="presParOf" srcId="{62819E24-0F82-7A44-97E7-0BF50ECB2F16}" destId="{AC5CB7C7-4A45-8C45-9B0C-491C62B7F9DD}" srcOrd="0" destOrd="0" presId="urn:microsoft.com/office/officeart/2005/8/layout/hierarchy1"/>
    <dgm:cxn modelId="{74209E7A-A639-8C4A-9EB0-CDAE7728D7AB}" type="presParOf" srcId="{AC5CB7C7-4A45-8C45-9B0C-491C62B7F9DD}" destId="{AC6583CC-3D31-E34C-A20F-AFDE96B3B592}" srcOrd="0" destOrd="0" presId="urn:microsoft.com/office/officeart/2005/8/layout/hierarchy1"/>
    <dgm:cxn modelId="{ED86BB4B-FF2B-3344-AC63-1BF2F33BA2B7}" type="presParOf" srcId="{AC6583CC-3D31-E34C-A20F-AFDE96B3B592}" destId="{12E62EA1-5E9B-6549-B26E-ECF86F7D46FA}" srcOrd="0" destOrd="0" presId="urn:microsoft.com/office/officeart/2005/8/layout/hierarchy1"/>
    <dgm:cxn modelId="{E20F9548-32AB-5D42-AF30-AE01A1BBCA19}" type="presParOf" srcId="{AC6583CC-3D31-E34C-A20F-AFDE96B3B592}" destId="{B05926CF-D072-0C41-81B9-A5E2D2DD56A8}" srcOrd="1" destOrd="0" presId="urn:microsoft.com/office/officeart/2005/8/layout/hierarchy1"/>
    <dgm:cxn modelId="{B0DE5D4D-3EC8-AB49-AE5E-7011010B31D7}" type="presParOf" srcId="{AC5CB7C7-4A45-8C45-9B0C-491C62B7F9DD}" destId="{088FD5A6-425C-574F-B573-92C2222BD161}" srcOrd="1" destOrd="0" presId="urn:microsoft.com/office/officeart/2005/8/layout/hierarchy1"/>
    <dgm:cxn modelId="{4B562448-FDAD-AB46-9DD0-FDFC9DFA0A3F}" type="presParOf" srcId="{62819E24-0F82-7A44-97E7-0BF50ECB2F16}" destId="{D37FA446-9ACD-6A48-B496-B080EC00C94B}" srcOrd="1" destOrd="0" presId="urn:microsoft.com/office/officeart/2005/8/layout/hierarchy1"/>
    <dgm:cxn modelId="{1B3169B6-5DB0-404E-B915-0D25E02B6854}" type="presParOf" srcId="{D37FA446-9ACD-6A48-B496-B080EC00C94B}" destId="{EA7FECB3-389A-9B4D-8397-CBCEE4281FB4}" srcOrd="0" destOrd="0" presId="urn:microsoft.com/office/officeart/2005/8/layout/hierarchy1"/>
    <dgm:cxn modelId="{344DD555-6F75-7F48-965C-2866AA04FEEF}" type="presParOf" srcId="{EA7FECB3-389A-9B4D-8397-CBCEE4281FB4}" destId="{B627C0DF-610C-8848-8A96-0965944E310C}" srcOrd="0" destOrd="0" presId="urn:microsoft.com/office/officeart/2005/8/layout/hierarchy1"/>
    <dgm:cxn modelId="{448EA6C3-99F2-4949-B215-10B8C3C1EBDD}" type="presParOf" srcId="{EA7FECB3-389A-9B4D-8397-CBCEE4281FB4}" destId="{9F8B41FE-E79F-FD45-B99D-B52F3EEB0298}" srcOrd="1" destOrd="0" presId="urn:microsoft.com/office/officeart/2005/8/layout/hierarchy1"/>
    <dgm:cxn modelId="{A1115F93-AD17-2245-AD84-5521E4CD0049}" type="presParOf" srcId="{D37FA446-9ACD-6A48-B496-B080EC00C94B}" destId="{B84DB4F7-94BD-AB41-832D-A14B96359A44}" srcOrd="1" destOrd="0" presId="urn:microsoft.com/office/officeart/2005/8/layout/hierarchy1"/>
    <dgm:cxn modelId="{AE907563-2A94-AC43-AD64-FCC7E3C835A7}" type="presParOf" srcId="{62819E24-0F82-7A44-97E7-0BF50ECB2F16}" destId="{E26E918B-02A3-0041-B2A5-79DE8BDDAA4D}" srcOrd="2" destOrd="0" presId="urn:microsoft.com/office/officeart/2005/8/layout/hierarchy1"/>
    <dgm:cxn modelId="{0E9EBFFB-6128-C541-A1CB-BC2D141EAC67}" type="presParOf" srcId="{E26E918B-02A3-0041-B2A5-79DE8BDDAA4D}" destId="{8F5BBC3C-FC63-B64A-8ECA-D64659890BCB}" srcOrd="0" destOrd="0" presId="urn:microsoft.com/office/officeart/2005/8/layout/hierarchy1"/>
    <dgm:cxn modelId="{DE029DFF-0C75-1B47-B5F7-DC0B5391B8EC}" type="presParOf" srcId="{8F5BBC3C-FC63-B64A-8ECA-D64659890BCB}" destId="{0C0F3BEB-36C6-DF44-A7E9-41E011FEB978}" srcOrd="0" destOrd="0" presId="urn:microsoft.com/office/officeart/2005/8/layout/hierarchy1"/>
    <dgm:cxn modelId="{280436D3-25B3-D64D-B478-8E251DF8FCF8}" type="presParOf" srcId="{8F5BBC3C-FC63-B64A-8ECA-D64659890BCB}" destId="{3135BACC-4E89-4843-80ED-8C098945CA24}" srcOrd="1" destOrd="0" presId="urn:microsoft.com/office/officeart/2005/8/layout/hierarchy1"/>
    <dgm:cxn modelId="{01261D0C-790B-5A46-B093-E96E5198B371}" type="presParOf" srcId="{E26E918B-02A3-0041-B2A5-79DE8BDDAA4D}" destId="{AA2C0FBD-A712-0C48-BA02-7E52C962900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2739A1-F650-2548-BC29-B71106EC9DF3}">
      <dsp:nvSpPr>
        <dsp:cNvPr id="0" name=""/>
        <dsp:cNvSpPr/>
      </dsp:nvSpPr>
      <dsp:spPr>
        <a:xfrm>
          <a:off x="8155" y="865343"/>
          <a:ext cx="1706953" cy="2008181"/>
        </a:xfrm>
        <a:prstGeom prst="rect">
          <a:avLst/>
        </a:prstGeom>
        <a:solidFill>
          <a:schemeClr val="lt2">
            <a:alpha val="40000"/>
            <a:hueOff val="0"/>
            <a:satOff val="0"/>
            <a:lumOff val="0"/>
            <a:alphaOff val="0"/>
          </a:schemeClr>
        </a:solidFill>
        <a:ln w="635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BA928CF2-BF28-984C-96A1-B6B5C179FD0C}">
      <dsp:nvSpPr>
        <dsp:cNvPr id="0" name=""/>
        <dsp:cNvSpPr/>
      </dsp:nvSpPr>
      <dsp:spPr>
        <a:xfrm>
          <a:off x="93503" y="945670"/>
          <a:ext cx="1536258" cy="1305317"/>
        </a:xfrm>
        <a:prstGeom prst="rect">
          <a:avLst/>
        </a:prstGeom>
        <a:solidFill>
          <a:schemeClr val="dk2">
            <a:tint val="50000"/>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7C006A3-EEFA-3A45-88DD-F8407CDFB953}">
      <dsp:nvSpPr>
        <dsp:cNvPr id="0" name=""/>
        <dsp:cNvSpPr/>
      </dsp:nvSpPr>
      <dsp:spPr>
        <a:xfrm>
          <a:off x="93503" y="2250988"/>
          <a:ext cx="1536258" cy="542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Introduction</a:t>
          </a:r>
        </a:p>
      </dsp:txBody>
      <dsp:txXfrm>
        <a:off x="93503" y="2250988"/>
        <a:ext cx="1536258" cy="542208"/>
      </dsp:txXfrm>
    </dsp:sp>
    <dsp:sp modelId="{06F479F1-3DCA-2B4E-A342-7677D3805194}">
      <dsp:nvSpPr>
        <dsp:cNvPr id="0" name=""/>
        <dsp:cNvSpPr/>
      </dsp:nvSpPr>
      <dsp:spPr>
        <a:xfrm>
          <a:off x="2300071" y="865343"/>
          <a:ext cx="1706953" cy="2008181"/>
        </a:xfrm>
        <a:prstGeom prst="rect">
          <a:avLst/>
        </a:prstGeom>
        <a:solidFill>
          <a:schemeClr val="lt2">
            <a:alpha val="40000"/>
            <a:hueOff val="0"/>
            <a:satOff val="0"/>
            <a:lumOff val="0"/>
            <a:alphaOff val="0"/>
          </a:schemeClr>
        </a:solidFill>
        <a:ln w="635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3AC27D81-1F71-484D-9F02-355518FDF89C}">
      <dsp:nvSpPr>
        <dsp:cNvPr id="0" name=""/>
        <dsp:cNvSpPr/>
      </dsp:nvSpPr>
      <dsp:spPr>
        <a:xfrm>
          <a:off x="2385419" y="945670"/>
          <a:ext cx="1536258" cy="1305317"/>
        </a:xfrm>
        <a:prstGeom prst="rect">
          <a:avLst/>
        </a:prstGeom>
        <a:solidFill>
          <a:schemeClr val="dk2">
            <a:tint val="50000"/>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4137255-2FBA-694D-88BB-AC5756B7D79B}">
      <dsp:nvSpPr>
        <dsp:cNvPr id="0" name=""/>
        <dsp:cNvSpPr/>
      </dsp:nvSpPr>
      <dsp:spPr>
        <a:xfrm>
          <a:off x="2385419" y="2250988"/>
          <a:ext cx="1536258" cy="542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UML Diagram</a:t>
          </a:r>
        </a:p>
      </dsp:txBody>
      <dsp:txXfrm>
        <a:off x="2385419" y="2250988"/>
        <a:ext cx="1536258" cy="542208"/>
      </dsp:txXfrm>
    </dsp:sp>
    <dsp:sp modelId="{F3FE4700-6A8C-D342-B49E-38000490EDB5}">
      <dsp:nvSpPr>
        <dsp:cNvPr id="0" name=""/>
        <dsp:cNvSpPr/>
      </dsp:nvSpPr>
      <dsp:spPr>
        <a:xfrm>
          <a:off x="4591987" y="865343"/>
          <a:ext cx="1706953" cy="2008181"/>
        </a:xfrm>
        <a:prstGeom prst="rect">
          <a:avLst/>
        </a:prstGeom>
        <a:solidFill>
          <a:schemeClr val="lt2">
            <a:alpha val="40000"/>
            <a:hueOff val="0"/>
            <a:satOff val="0"/>
            <a:lumOff val="0"/>
            <a:alphaOff val="0"/>
          </a:schemeClr>
        </a:solidFill>
        <a:ln w="635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FCADF763-AB2A-714B-8560-A7A5C5DF8AE2}">
      <dsp:nvSpPr>
        <dsp:cNvPr id="0" name=""/>
        <dsp:cNvSpPr/>
      </dsp:nvSpPr>
      <dsp:spPr>
        <a:xfrm>
          <a:off x="4677335" y="945670"/>
          <a:ext cx="1536258" cy="1305317"/>
        </a:xfrm>
        <a:prstGeom prst="rect">
          <a:avLst/>
        </a:prstGeom>
        <a:solidFill>
          <a:schemeClr val="dk2">
            <a:tint val="50000"/>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CD85AD6-7BE0-E04F-9459-49E4206CACC4}">
      <dsp:nvSpPr>
        <dsp:cNvPr id="0" name=""/>
        <dsp:cNvSpPr/>
      </dsp:nvSpPr>
      <dsp:spPr>
        <a:xfrm>
          <a:off x="4677335" y="2250988"/>
          <a:ext cx="1536258" cy="542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Sequence Diagram</a:t>
          </a:r>
        </a:p>
      </dsp:txBody>
      <dsp:txXfrm>
        <a:off x="4677335" y="2250988"/>
        <a:ext cx="1536258" cy="542208"/>
      </dsp:txXfrm>
    </dsp:sp>
    <dsp:sp modelId="{57CF2B79-EB1D-604A-BEB7-42A740286259}">
      <dsp:nvSpPr>
        <dsp:cNvPr id="0" name=""/>
        <dsp:cNvSpPr/>
      </dsp:nvSpPr>
      <dsp:spPr>
        <a:xfrm>
          <a:off x="6883903" y="865343"/>
          <a:ext cx="1706953" cy="2008181"/>
        </a:xfrm>
        <a:prstGeom prst="rect">
          <a:avLst/>
        </a:prstGeom>
        <a:solidFill>
          <a:schemeClr val="lt2">
            <a:alpha val="40000"/>
            <a:hueOff val="0"/>
            <a:satOff val="0"/>
            <a:lumOff val="0"/>
            <a:alphaOff val="0"/>
          </a:schemeClr>
        </a:solidFill>
        <a:ln w="635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109DE6F6-7C1C-7540-8657-B6EB9BE8B0C4}">
      <dsp:nvSpPr>
        <dsp:cNvPr id="0" name=""/>
        <dsp:cNvSpPr/>
      </dsp:nvSpPr>
      <dsp:spPr>
        <a:xfrm>
          <a:off x="6969251" y="945670"/>
          <a:ext cx="1536258" cy="1305317"/>
        </a:xfrm>
        <a:prstGeom prst="rect">
          <a:avLst/>
        </a:prstGeom>
        <a:solidFill>
          <a:schemeClr val="dk2">
            <a:tint val="50000"/>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CE4DD80-0755-1542-9EE2-732B19A44741}">
      <dsp:nvSpPr>
        <dsp:cNvPr id="0" name=""/>
        <dsp:cNvSpPr/>
      </dsp:nvSpPr>
      <dsp:spPr>
        <a:xfrm>
          <a:off x="6969251" y="2250988"/>
          <a:ext cx="1536258" cy="542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High Level Architecture</a:t>
          </a:r>
        </a:p>
      </dsp:txBody>
      <dsp:txXfrm>
        <a:off x="6969251" y="2250988"/>
        <a:ext cx="1536258" cy="542208"/>
      </dsp:txXfrm>
    </dsp:sp>
    <dsp:sp modelId="{36BC6D37-4C3C-124C-AA41-072F9D11EA07}">
      <dsp:nvSpPr>
        <dsp:cNvPr id="0" name=""/>
        <dsp:cNvSpPr/>
      </dsp:nvSpPr>
      <dsp:spPr>
        <a:xfrm>
          <a:off x="9175819" y="865343"/>
          <a:ext cx="1706953" cy="2008181"/>
        </a:xfrm>
        <a:prstGeom prst="rect">
          <a:avLst/>
        </a:prstGeom>
        <a:solidFill>
          <a:schemeClr val="lt2">
            <a:alpha val="40000"/>
            <a:hueOff val="0"/>
            <a:satOff val="0"/>
            <a:lumOff val="0"/>
            <a:alphaOff val="0"/>
          </a:schemeClr>
        </a:solidFill>
        <a:ln w="635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70FE2A8A-2EA9-B64E-AE77-A3118B0BD28C}">
      <dsp:nvSpPr>
        <dsp:cNvPr id="0" name=""/>
        <dsp:cNvSpPr/>
      </dsp:nvSpPr>
      <dsp:spPr>
        <a:xfrm>
          <a:off x="9261167" y="945670"/>
          <a:ext cx="1536258" cy="1305317"/>
        </a:xfrm>
        <a:prstGeom prst="rect">
          <a:avLst/>
        </a:prstGeom>
        <a:solidFill>
          <a:schemeClr val="dk2">
            <a:tint val="50000"/>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D75C802-F65F-F44B-A676-00B28A1D9E26}">
      <dsp:nvSpPr>
        <dsp:cNvPr id="0" name=""/>
        <dsp:cNvSpPr/>
      </dsp:nvSpPr>
      <dsp:spPr>
        <a:xfrm>
          <a:off x="9261167" y="2250988"/>
          <a:ext cx="1536258" cy="542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endParaRPr lang="en-US" sz="1500" kern="1200" dirty="0"/>
        </a:p>
      </dsp:txBody>
      <dsp:txXfrm>
        <a:off x="9261167" y="2250988"/>
        <a:ext cx="1536258" cy="54220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2FA8DB-77B9-4F42-AC8D-1DB7ADC66D54}">
      <dsp:nvSpPr>
        <dsp:cNvPr id="0" name=""/>
        <dsp:cNvSpPr/>
      </dsp:nvSpPr>
      <dsp:spPr>
        <a:xfrm>
          <a:off x="275965" y="1185053"/>
          <a:ext cx="1368756" cy="136875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DB9780-85BB-4010-9803-080D358B34C8}">
      <dsp:nvSpPr>
        <dsp:cNvPr id="0" name=""/>
        <dsp:cNvSpPr/>
      </dsp:nvSpPr>
      <dsp:spPr>
        <a:xfrm>
          <a:off x="563404" y="1472492"/>
          <a:ext cx="793878" cy="79387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296E021-B5E0-4ED5-9B0C-CAB76021EC19}">
      <dsp:nvSpPr>
        <dsp:cNvPr id="0" name=""/>
        <dsp:cNvSpPr/>
      </dsp:nvSpPr>
      <dsp:spPr>
        <a:xfrm>
          <a:off x="1938026" y="1185053"/>
          <a:ext cx="3226354" cy="1368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a:t>Admin</a:t>
          </a:r>
        </a:p>
      </dsp:txBody>
      <dsp:txXfrm>
        <a:off x="1938026" y="1185053"/>
        <a:ext cx="3226354" cy="1368756"/>
      </dsp:txXfrm>
    </dsp:sp>
    <dsp:sp modelId="{F85CD800-C099-4E0B-BD82-CFB644433C1A}">
      <dsp:nvSpPr>
        <dsp:cNvPr id="0" name=""/>
        <dsp:cNvSpPr/>
      </dsp:nvSpPr>
      <dsp:spPr>
        <a:xfrm>
          <a:off x="5726548" y="1185053"/>
          <a:ext cx="1368756" cy="1368756"/>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928306-1BF9-4E22-AEDF-B8B9BE677B5F}">
      <dsp:nvSpPr>
        <dsp:cNvPr id="0" name=""/>
        <dsp:cNvSpPr/>
      </dsp:nvSpPr>
      <dsp:spPr>
        <a:xfrm>
          <a:off x="6013987" y="1472492"/>
          <a:ext cx="793878" cy="79387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E231375-5CED-443F-A067-DC6536490A74}">
      <dsp:nvSpPr>
        <dsp:cNvPr id="0" name=""/>
        <dsp:cNvSpPr/>
      </dsp:nvSpPr>
      <dsp:spPr>
        <a:xfrm>
          <a:off x="7388609" y="1185053"/>
          <a:ext cx="3226354" cy="1368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a:t>Customer</a:t>
          </a:r>
        </a:p>
      </dsp:txBody>
      <dsp:txXfrm>
        <a:off x="7388609" y="1185053"/>
        <a:ext cx="3226354" cy="136875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A3F649-7E22-4B4E-87A4-0AC198D73123}">
      <dsp:nvSpPr>
        <dsp:cNvPr id="0" name=""/>
        <dsp:cNvSpPr/>
      </dsp:nvSpPr>
      <dsp:spPr>
        <a:xfrm>
          <a:off x="1329" y="610497"/>
          <a:ext cx="1675118" cy="234516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0599" tIns="330200" rIns="130599" bIns="330200" numCol="1" spcCol="1270" anchor="t" anchorCtr="0">
          <a:noAutofit/>
        </a:bodyPr>
        <a:lstStyle/>
        <a:p>
          <a:pPr marL="0" lvl="0" indent="0" algn="l" defTabSz="844550">
            <a:lnSpc>
              <a:spcPct val="90000"/>
            </a:lnSpc>
            <a:spcBef>
              <a:spcPct val="0"/>
            </a:spcBef>
            <a:spcAft>
              <a:spcPct val="35000"/>
            </a:spcAft>
            <a:buNone/>
          </a:pPr>
          <a:r>
            <a:rPr lang="en-US" sz="1900" kern="1200"/>
            <a:t>Create User Account </a:t>
          </a:r>
        </a:p>
      </dsp:txBody>
      <dsp:txXfrm>
        <a:off x="1329" y="1501660"/>
        <a:ext cx="1675118" cy="1407099"/>
      </dsp:txXfrm>
    </dsp:sp>
    <dsp:sp modelId="{B7512170-A6C4-BF42-B230-46C8C9974CED}">
      <dsp:nvSpPr>
        <dsp:cNvPr id="0" name=""/>
        <dsp:cNvSpPr/>
      </dsp:nvSpPr>
      <dsp:spPr>
        <a:xfrm>
          <a:off x="487113" y="845013"/>
          <a:ext cx="703549" cy="703549"/>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4851" tIns="12700" rIns="54851" bIns="12700" numCol="1" spcCol="1270" anchor="ctr" anchorCtr="0">
          <a:noAutofit/>
        </a:bodyPr>
        <a:lstStyle/>
        <a:p>
          <a:pPr marL="0" lvl="0" indent="0" algn="ctr" defTabSz="1511300">
            <a:lnSpc>
              <a:spcPct val="90000"/>
            </a:lnSpc>
            <a:spcBef>
              <a:spcPct val="0"/>
            </a:spcBef>
            <a:spcAft>
              <a:spcPct val="35000"/>
            </a:spcAft>
            <a:buNone/>
          </a:pPr>
          <a:r>
            <a:rPr lang="en-US" sz="3400" kern="1200"/>
            <a:t>1</a:t>
          </a:r>
        </a:p>
      </dsp:txBody>
      <dsp:txXfrm>
        <a:off x="590145" y="948045"/>
        <a:ext cx="497485" cy="497485"/>
      </dsp:txXfrm>
    </dsp:sp>
    <dsp:sp modelId="{1D76F1B9-E175-3A4E-BF44-F52D4EA7E93E}">
      <dsp:nvSpPr>
        <dsp:cNvPr id="0" name=""/>
        <dsp:cNvSpPr/>
      </dsp:nvSpPr>
      <dsp:spPr>
        <a:xfrm>
          <a:off x="1329" y="2955590"/>
          <a:ext cx="1675118"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1E19A4-D3A4-CF48-8378-8995C71B3EBB}">
      <dsp:nvSpPr>
        <dsp:cNvPr id="0" name=""/>
        <dsp:cNvSpPr/>
      </dsp:nvSpPr>
      <dsp:spPr>
        <a:xfrm>
          <a:off x="1843959" y="610497"/>
          <a:ext cx="1675118" cy="234516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0599" tIns="330200" rIns="130599" bIns="330200" numCol="1" spcCol="1270" anchor="t" anchorCtr="0">
          <a:noAutofit/>
        </a:bodyPr>
        <a:lstStyle/>
        <a:p>
          <a:pPr marL="0" lvl="0" indent="0" algn="l" defTabSz="844550">
            <a:lnSpc>
              <a:spcPct val="90000"/>
            </a:lnSpc>
            <a:spcBef>
              <a:spcPct val="0"/>
            </a:spcBef>
            <a:spcAft>
              <a:spcPct val="35000"/>
            </a:spcAft>
            <a:buNone/>
          </a:pPr>
          <a:r>
            <a:rPr lang="en-US" sz="1900" kern="1200"/>
            <a:t>Edit User Account</a:t>
          </a:r>
        </a:p>
      </dsp:txBody>
      <dsp:txXfrm>
        <a:off x="1843959" y="1501660"/>
        <a:ext cx="1675118" cy="1407099"/>
      </dsp:txXfrm>
    </dsp:sp>
    <dsp:sp modelId="{17E95AC6-895F-8949-96EF-6C7410ED0730}">
      <dsp:nvSpPr>
        <dsp:cNvPr id="0" name=""/>
        <dsp:cNvSpPr/>
      </dsp:nvSpPr>
      <dsp:spPr>
        <a:xfrm>
          <a:off x="2329743" y="845013"/>
          <a:ext cx="703549" cy="703549"/>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4851" tIns="12700" rIns="54851" bIns="12700" numCol="1" spcCol="1270" anchor="ctr" anchorCtr="0">
          <a:noAutofit/>
        </a:bodyPr>
        <a:lstStyle/>
        <a:p>
          <a:pPr marL="0" lvl="0" indent="0" algn="ctr" defTabSz="1511300">
            <a:lnSpc>
              <a:spcPct val="90000"/>
            </a:lnSpc>
            <a:spcBef>
              <a:spcPct val="0"/>
            </a:spcBef>
            <a:spcAft>
              <a:spcPct val="35000"/>
            </a:spcAft>
            <a:buNone/>
          </a:pPr>
          <a:r>
            <a:rPr lang="en-US" sz="3400" kern="1200"/>
            <a:t>2</a:t>
          </a:r>
        </a:p>
      </dsp:txBody>
      <dsp:txXfrm>
        <a:off x="2432775" y="948045"/>
        <a:ext cx="497485" cy="497485"/>
      </dsp:txXfrm>
    </dsp:sp>
    <dsp:sp modelId="{57829D79-EBC8-4542-85BC-E7935F756AB5}">
      <dsp:nvSpPr>
        <dsp:cNvPr id="0" name=""/>
        <dsp:cNvSpPr/>
      </dsp:nvSpPr>
      <dsp:spPr>
        <a:xfrm>
          <a:off x="1843959" y="2955590"/>
          <a:ext cx="1675118"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15BF9F0-F507-004A-9A83-CEC13BE1CCBD}">
      <dsp:nvSpPr>
        <dsp:cNvPr id="0" name=""/>
        <dsp:cNvSpPr/>
      </dsp:nvSpPr>
      <dsp:spPr>
        <a:xfrm>
          <a:off x="3686589" y="610497"/>
          <a:ext cx="1675118" cy="234516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0599" tIns="330200" rIns="130599" bIns="330200" numCol="1" spcCol="1270" anchor="t" anchorCtr="0">
          <a:noAutofit/>
        </a:bodyPr>
        <a:lstStyle/>
        <a:p>
          <a:pPr marL="0" lvl="0" indent="0" algn="l" defTabSz="844550">
            <a:lnSpc>
              <a:spcPct val="90000"/>
            </a:lnSpc>
            <a:spcBef>
              <a:spcPct val="0"/>
            </a:spcBef>
            <a:spcAft>
              <a:spcPct val="35000"/>
            </a:spcAft>
            <a:buNone/>
          </a:pPr>
          <a:r>
            <a:rPr lang="en-US" sz="1900" kern="1200"/>
            <a:t>Browse Cars</a:t>
          </a:r>
        </a:p>
      </dsp:txBody>
      <dsp:txXfrm>
        <a:off x="3686589" y="1501660"/>
        <a:ext cx="1675118" cy="1407099"/>
      </dsp:txXfrm>
    </dsp:sp>
    <dsp:sp modelId="{900AB03D-C01A-5443-B755-8469C8F4C10F}">
      <dsp:nvSpPr>
        <dsp:cNvPr id="0" name=""/>
        <dsp:cNvSpPr/>
      </dsp:nvSpPr>
      <dsp:spPr>
        <a:xfrm>
          <a:off x="4172374" y="845013"/>
          <a:ext cx="703549" cy="703549"/>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4851" tIns="12700" rIns="54851" bIns="12700" numCol="1" spcCol="1270" anchor="ctr" anchorCtr="0">
          <a:noAutofit/>
        </a:bodyPr>
        <a:lstStyle/>
        <a:p>
          <a:pPr marL="0" lvl="0" indent="0" algn="ctr" defTabSz="1511300">
            <a:lnSpc>
              <a:spcPct val="90000"/>
            </a:lnSpc>
            <a:spcBef>
              <a:spcPct val="0"/>
            </a:spcBef>
            <a:spcAft>
              <a:spcPct val="35000"/>
            </a:spcAft>
            <a:buNone/>
          </a:pPr>
          <a:r>
            <a:rPr lang="en-US" sz="3400" kern="1200"/>
            <a:t>3</a:t>
          </a:r>
        </a:p>
      </dsp:txBody>
      <dsp:txXfrm>
        <a:off x="4275406" y="948045"/>
        <a:ext cx="497485" cy="497485"/>
      </dsp:txXfrm>
    </dsp:sp>
    <dsp:sp modelId="{51A8DD9F-E88A-B547-99B0-A01970408BBB}">
      <dsp:nvSpPr>
        <dsp:cNvPr id="0" name=""/>
        <dsp:cNvSpPr/>
      </dsp:nvSpPr>
      <dsp:spPr>
        <a:xfrm>
          <a:off x="3686589" y="2955590"/>
          <a:ext cx="1675118"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DC3DFE-673D-D74C-97BF-22C03787CB34}">
      <dsp:nvSpPr>
        <dsp:cNvPr id="0" name=""/>
        <dsp:cNvSpPr/>
      </dsp:nvSpPr>
      <dsp:spPr>
        <a:xfrm>
          <a:off x="5529219" y="610497"/>
          <a:ext cx="1675118" cy="234516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0599" tIns="330200" rIns="130599" bIns="330200" numCol="1" spcCol="1270" anchor="t" anchorCtr="0">
          <a:noAutofit/>
        </a:bodyPr>
        <a:lstStyle/>
        <a:p>
          <a:pPr marL="0" lvl="0" indent="0" algn="l" defTabSz="844550">
            <a:lnSpc>
              <a:spcPct val="90000"/>
            </a:lnSpc>
            <a:spcBef>
              <a:spcPct val="0"/>
            </a:spcBef>
            <a:spcAft>
              <a:spcPct val="35000"/>
            </a:spcAft>
            <a:buNone/>
          </a:pPr>
          <a:r>
            <a:rPr lang="en-US" sz="1900" kern="1200"/>
            <a:t>Make Reservations</a:t>
          </a:r>
        </a:p>
      </dsp:txBody>
      <dsp:txXfrm>
        <a:off x="5529219" y="1501660"/>
        <a:ext cx="1675118" cy="1407099"/>
      </dsp:txXfrm>
    </dsp:sp>
    <dsp:sp modelId="{69E2A6C3-B064-BA49-8EB3-127C4F79D6E3}">
      <dsp:nvSpPr>
        <dsp:cNvPr id="0" name=""/>
        <dsp:cNvSpPr/>
      </dsp:nvSpPr>
      <dsp:spPr>
        <a:xfrm>
          <a:off x="6015004" y="845013"/>
          <a:ext cx="703549" cy="703549"/>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4851" tIns="12700" rIns="54851" bIns="12700" numCol="1" spcCol="1270" anchor="ctr" anchorCtr="0">
          <a:noAutofit/>
        </a:bodyPr>
        <a:lstStyle/>
        <a:p>
          <a:pPr marL="0" lvl="0" indent="0" algn="ctr" defTabSz="1511300">
            <a:lnSpc>
              <a:spcPct val="90000"/>
            </a:lnSpc>
            <a:spcBef>
              <a:spcPct val="0"/>
            </a:spcBef>
            <a:spcAft>
              <a:spcPct val="35000"/>
            </a:spcAft>
            <a:buNone/>
          </a:pPr>
          <a:r>
            <a:rPr lang="en-US" sz="3400" kern="1200"/>
            <a:t>4</a:t>
          </a:r>
        </a:p>
      </dsp:txBody>
      <dsp:txXfrm>
        <a:off x="6118036" y="948045"/>
        <a:ext cx="497485" cy="497485"/>
      </dsp:txXfrm>
    </dsp:sp>
    <dsp:sp modelId="{AA9F93A7-15EE-B644-8F28-71C7ECF8D0B4}">
      <dsp:nvSpPr>
        <dsp:cNvPr id="0" name=""/>
        <dsp:cNvSpPr/>
      </dsp:nvSpPr>
      <dsp:spPr>
        <a:xfrm>
          <a:off x="5529219" y="2955590"/>
          <a:ext cx="1675118"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DE6922-5C47-4F45-8AD5-4DE81D62F484}">
      <dsp:nvSpPr>
        <dsp:cNvPr id="0" name=""/>
        <dsp:cNvSpPr/>
      </dsp:nvSpPr>
      <dsp:spPr>
        <a:xfrm>
          <a:off x="7371850" y="610497"/>
          <a:ext cx="1675118" cy="234516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0599" tIns="330200" rIns="130599" bIns="330200" numCol="1" spcCol="1270" anchor="t" anchorCtr="0">
          <a:noAutofit/>
        </a:bodyPr>
        <a:lstStyle/>
        <a:p>
          <a:pPr marL="0" lvl="0" indent="0" algn="l" defTabSz="844550">
            <a:lnSpc>
              <a:spcPct val="90000"/>
            </a:lnSpc>
            <a:spcBef>
              <a:spcPct val="0"/>
            </a:spcBef>
            <a:spcAft>
              <a:spcPct val="35000"/>
            </a:spcAft>
            <a:buNone/>
          </a:pPr>
          <a:r>
            <a:rPr lang="en-US" sz="1900" kern="1200"/>
            <a:t>Edit Reservations</a:t>
          </a:r>
        </a:p>
      </dsp:txBody>
      <dsp:txXfrm>
        <a:off x="7371850" y="1501660"/>
        <a:ext cx="1675118" cy="1407099"/>
      </dsp:txXfrm>
    </dsp:sp>
    <dsp:sp modelId="{51863D58-08C1-774A-BCB0-B1257945B4B0}">
      <dsp:nvSpPr>
        <dsp:cNvPr id="0" name=""/>
        <dsp:cNvSpPr/>
      </dsp:nvSpPr>
      <dsp:spPr>
        <a:xfrm>
          <a:off x="7857634" y="845013"/>
          <a:ext cx="703549" cy="703549"/>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4851" tIns="12700" rIns="54851" bIns="12700" numCol="1" spcCol="1270" anchor="ctr" anchorCtr="0">
          <a:noAutofit/>
        </a:bodyPr>
        <a:lstStyle/>
        <a:p>
          <a:pPr marL="0" lvl="0" indent="0" algn="ctr" defTabSz="1511300">
            <a:lnSpc>
              <a:spcPct val="90000"/>
            </a:lnSpc>
            <a:spcBef>
              <a:spcPct val="0"/>
            </a:spcBef>
            <a:spcAft>
              <a:spcPct val="35000"/>
            </a:spcAft>
            <a:buNone/>
          </a:pPr>
          <a:r>
            <a:rPr lang="en-US" sz="3400" kern="1200"/>
            <a:t>5</a:t>
          </a:r>
        </a:p>
      </dsp:txBody>
      <dsp:txXfrm>
        <a:off x="7960666" y="948045"/>
        <a:ext cx="497485" cy="497485"/>
      </dsp:txXfrm>
    </dsp:sp>
    <dsp:sp modelId="{5A6A567F-CCC8-4A4F-8062-144BC83F154C}">
      <dsp:nvSpPr>
        <dsp:cNvPr id="0" name=""/>
        <dsp:cNvSpPr/>
      </dsp:nvSpPr>
      <dsp:spPr>
        <a:xfrm>
          <a:off x="7371850" y="2955590"/>
          <a:ext cx="1675118"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49CC966-4CE4-0A41-AE5C-97EDBB1FC6F5}">
      <dsp:nvSpPr>
        <dsp:cNvPr id="0" name=""/>
        <dsp:cNvSpPr/>
      </dsp:nvSpPr>
      <dsp:spPr>
        <a:xfrm>
          <a:off x="9214480" y="610497"/>
          <a:ext cx="1675118" cy="234516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0599" tIns="330200" rIns="130599" bIns="330200" numCol="1" spcCol="1270" anchor="t" anchorCtr="0">
          <a:noAutofit/>
        </a:bodyPr>
        <a:lstStyle/>
        <a:p>
          <a:pPr marL="0" lvl="0" indent="0" algn="l" defTabSz="844550">
            <a:lnSpc>
              <a:spcPct val="90000"/>
            </a:lnSpc>
            <a:spcBef>
              <a:spcPct val="0"/>
            </a:spcBef>
            <a:spcAft>
              <a:spcPct val="35000"/>
            </a:spcAft>
            <a:buNone/>
          </a:pPr>
          <a:r>
            <a:rPr lang="en-US" sz="1900" kern="1200"/>
            <a:t>Cancel Reservations </a:t>
          </a:r>
        </a:p>
      </dsp:txBody>
      <dsp:txXfrm>
        <a:off x="9214480" y="1501660"/>
        <a:ext cx="1675118" cy="1407099"/>
      </dsp:txXfrm>
    </dsp:sp>
    <dsp:sp modelId="{FBEC2843-8656-824B-B82F-BE0651717C0A}">
      <dsp:nvSpPr>
        <dsp:cNvPr id="0" name=""/>
        <dsp:cNvSpPr/>
      </dsp:nvSpPr>
      <dsp:spPr>
        <a:xfrm>
          <a:off x="9700264" y="845013"/>
          <a:ext cx="703549" cy="703549"/>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4851" tIns="12700" rIns="54851" bIns="12700" numCol="1" spcCol="1270" anchor="ctr" anchorCtr="0">
          <a:noAutofit/>
        </a:bodyPr>
        <a:lstStyle/>
        <a:p>
          <a:pPr marL="0" lvl="0" indent="0" algn="ctr" defTabSz="1511300">
            <a:lnSpc>
              <a:spcPct val="90000"/>
            </a:lnSpc>
            <a:spcBef>
              <a:spcPct val="0"/>
            </a:spcBef>
            <a:spcAft>
              <a:spcPct val="35000"/>
            </a:spcAft>
            <a:buNone/>
          </a:pPr>
          <a:r>
            <a:rPr lang="en-US" sz="3400" kern="1200"/>
            <a:t>6</a:t>
          </a:r>
        </a:p>
      </dsp:txBody>
      <dsp:txXfrm>
        <a:off x="9803296" y="948045"/>
        <a:ext cx="497485" cy="497485"/>
      </dsp:txXfrm>
    </dsp:sp>
    <dsp:sp modelId="{29B6A35D-AA12-CF4E-8986-DC9948953823}">
      <dsp:nvSpPr>
        <dsp:cNvPr id="0" name=""/>
        <dsp:cNvSpPr/>
      </dsp:nvSpPr>
      <dsp:spPr>
        <a:xfrm>
          <a:off x="9214480" y="2955590"/>
          <a:ext cx="1675118"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E62EA1-5E9B-6549-B26E-ECF86F7D46FA}">
      <dsp:nvSpPr>
        <dsp:cNvPr id="0" name=""/>
        <dsp:cNvSpPr/>
      </dsp:nvSpPr>
      <dsp:spPr>
        <a:xfrm>
          <a:off x="0" y="765948"/>
          <a:ext cx="2914649" cy="185080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5926CF-D072-0C41-81B9-A5E2D2DD56A8}">
      <dsp:nvSpPr>
        <dsp:cNvPr id="0" name=""/>
        <dsp:cNvSpPr/>
      </dsp:nvSpPr>
      <dsp:spPr>
        <a:xfrm>
          <a:off x="323850" y="1073605"/>
          <a:ext cx="2914649" cy="185080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a:t>Creating user Account</a:t>
          </a:r>
        </a:p>
      </dsp:txBody>
      <dsp:txXfrm>
        <a:off x="378058" y="1127813"/>
        <a:ext cx="2806233" cy="1742386"/>
      </dsp:txXfrm>
    </dsp:sp>
    <dsp:sp modelId="{B627C0DF-610C-8848-8A96-0965944E310C}">
      <dsp:nvSpPr>
        <dsp:cNvPr id="0" name=""/>
        <dsp:cNvSpPr/>
      </dsp:nvSpPr>
      <dsp:spPr>
        <a:xfrm>
          <a:off x="3562350" y="765948"/>
          <a:ext cx="2914649" cy="185080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8B41FE-E79F-FD45-B99D-B52F3EEB0298}">
      <dsp:nvSpPr>
        <dsp:cNvPr id="0" name=""/>
        <dsp:cNvSpPr/>
      </dsp:nvSpPr>
      <dsp:spPr>
        <a:xfrm>
          <a:off x="3886200" y="1073605"/>
          <a:ext cx="2914649" cy="185080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a:t>Make Reservation</a:t>
          </a:r>
        </a:p>
      </dsp:txBody>
      <dsp:txXfrm>
        <a:off x="3940408" y="1127813"/>
        <a:ext cx="2806233" cy="1742386"/>
      </dsp:txXfrm>
    </dsp:sp>
    <dsp:sp modelId="{0C0F3BEB-36C6-DF44-A7E9-41E011FEB978}">
      <dsp:nvSpPr>
        <dsp:cNvPr id="0" name=""/>
        <dsp:cNvSpPr/>
      </dsp:nvSpPr>
      <dsp:spPr>
        <a:xfrm>
          <a:off x="7124700" y="765948"/>
          <a:ext cx="2914649" cy="185080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35BACC-4E89-4843-80ED-8C098945CA24}">
      <dsp:nvSpPr>
        <dsp:cNvPr id="0" name=""/>
        <dsp:cNvSpPr/>
      </dsp:nvSpPr>
      <dsp:spPr>
        <a:xfrm>
          <a:off x="7448549" y="1073605"/>
          <a:ext cx="2914649" cy="185080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a:t>Cancel Reservation</a:t>
          </a:r>
        </a:p>
      </dsp:txBody>
      <dsp:txXfrm>
        <a:off x="7502757" y="1127813"/>
        <a:ext cx="2806233" cy="1742386"/>
      </dsp:txXfrm>
    </dsp:sp>
  </dsp:spTree>
</dsp:drawing>
</file>

<file path=ppt/diagrams/layout1.xml><?xml version="1.0" encoding="utf-8"?>
<dgm:layoutDef xmlns:dgm="http://schemas.openxmlformats.org/drawingml/2006/diagram" xmlns:a="http://schemas.openxmlformats.org/drawingml/2006/main" uniqueId="urn:microsoft.com/office/officeart/2008/layout/CaptionedPictures">
  <dgm:title val=""/>
  <dgm:desc val=""/>
  <dgm:catLst>
    <dgm:cat type="picture" pri="5000"/>
    <dgm:cat type="pictureconvert" pri="5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60" srcId="0" destId="10" srcOrd="0" destOrd="0"/>
        <dgm:cxn modelId="12" srcId="10" destId="11" srcOrd="0" destOrd="0"/>
        <dgm:cxn modelId="7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 modelId="90" srcId="0" destId="40" srcOrd="3" destOrd="0"/>
        <dgm:cxn modelId="42" srcId="40" destId="41" srcOrd="0" destOrd="0"/>
      </dgm:cxnLst>
      <dgm:bg/>
      <dgm:whole/>
    </dgm:dataModel>
  </dgm:clrData>
  <dgm:layoutNode name="Name0">
    <dgm:varLst>
      <dgm:chMax/>
      <dgm:chPref/>
      <dgm:dir/>
    </dgm:varLst>
    <dgm:choose name="Name1">
      <dgm:if name="Name2" func="var" arg="dir" op="equ" val="norm">
        <dgm:alg type="snake">
          <dgm:param type="off" val="ctr"/>
        </dgm:alg>
      </dgm:if>
      <dgm:else name="Name3">
        <dgm:alg type="snake">
          <dgm:param type="grDir" val="tR"/>
          <dgm:param type="off" val="ctr"/>
        </dgm:alg>
      </dgm:else>
    </dgm:choose>
    <dgm:shape xmlns:r="http://schemas.openxmlformats.org/officeDocument/2006/relationships" r:blip="">
      <dgm:adjLst/>
    </dgm:shape>
    <dgm:constrLst>
      <dgm:constr type="primFontSz" for="des" forName="Parent" op="equ"/>
      <dgm:constr type="primFontSz" for="des" forName="Child" refType="primFontSz" refFor="des" refForName="Parent" op="lte"/>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varLst>
          <dgm:chMax val="1"/>
          <dgm:chPref val="1"/>
        </dgm:varLst>
        <dgm:alg type="composite">
          <dgm:param type="ar" val="0.85"/>
        </dgm:alg>
        <dgm:shape xmlns:r="http://schemas.openxmlformats.org/officeDocument/2006/relationships" r:blip="">
          <dgm:adjLst/>
        </dgm:shape>
        <dgm:constrLst>
          <dgm:constr type="l" for="ch" forName="Accent" refType="w" fact="0"/>
          <dgm:constr type="t" for="ch" forName="Accent" refType="h" fact="0"/>
          <dgm:constr type="w" for="ch" forName="Accent" refType="w"/>
          <dgm:constr type="h" for="ch" forName="Accent" refType="h"/>
          <dgm:constr type="l" for="ch" forName="Image" refType="w" fact="0.05"/>
          <dgm:constr type="t" for="ch" forName="Image" refType="h" fact="0.04"/>
          <dgm:constr type="w" for="ch" forName="Image" refType="w" fact="0.9"/>
          <dgm:constr type="h" for="ch" forName="Image" refType="h" fact="0.65"/>
          <dgm:constr type="l" for="ch" forName="ChildComposite" refType="w" fact="0.05"/>
          <dgm:constr type="t" for="ch" forName="ChildComposite" refType="h" fact="0.69"/>
          <dgm:constr type="w" for="ch" forName="ChildComposite" refType="w" fact="0.9"/>
          <dgm:constr type="h" for="ch" forName="ChildComposite" refType="h" fact="0.27"/>
        </dgm:constrLst>
        <dgm:layoutNode name="Accent" styleLbl="trAlignAcc1">
          <dgm:varLst>
            <dgm:chMax val="0"/>
            <dgm:chPref val="0"/>
          </dgm:varLst>
          <dgm:alg type="sp"/>
          <dgm:shape xmlns:r="http://schemas.openxmlformats.org/officeDocument/2006/relationships" type="rect" r:blip="">
            <dgm:adjLst/>
          </dgm:shape>
          <dgm:presOf/>
        </dgm:layoutNode>
        <dgm:layoutNode name="Image" styleLbl="alignImgPlace1">
          <dgm:varLst>
            <dgm:chMax val="0"/>
            <dgm:chPref val="0"/>
          </dgm:varLst>
          <dgm:alg type="sp"/>
          <dgm:shape xmlns:r="http://schemas.openxmlformats.org/officeDocument/2006/relationships" type="rect" r:blip="" blipPhldr="1">
            <dgm:adjLst/>
          </dgm:shape>
          <dgm:presOf/>
        </dgm:layoutNode>
        <dgm:layoutNode name="ChildComposite">
          <dgm:alg type="composite"/>
          <dgm:shape xmlns:r="http://schemas.openxmlformats.org/officeDocument/2006/relationships" r:blip="">
            <dgm:adjLst/>
          </dgm:shape>
          <dgm:choose name="Name4">
            <dgm:if name="Name5" axis="ch" ptType="node" func="cnt" op="gte" val="1">
              <dgm:constrLst>
                <dgm:constr type="l" for="ch" forName="Parent" refType="w" fact="0"/>
                <dgm:constr type="t" for="ch" forName="Parent" refType="h" fact="0"/>
                <dgm:constr type="w" for="ch" forName="Parent" refType="w"/>
                <dgm:constr type="h" for="ch" forName="Parent" refType="h" fact="0.3704"/>
                <dgm:constr type="l" for="ch" forName="Child" refType="w" fact="0"/>
                <dgm:constr type="t" for="ch" forName="Child" refType="h" fact="0.3704"/>
                <dgm:constr type="w" for="ch" forName="Child" refType="w"/>
                <dgm:constr type="h" for="ch" forName="Child" refType="h" fact="0.6296"/>
              </dgm:constrLst>
            </dgm:if>
            <dgm:else name="Name6">
              <dgm:constrLst>
                <dgm:constr type="l" for="ch" forName="Parent" refType="w" fact="0"/>
                <dgm:constr type="t" for="ch" forName="Parent" refType="h" fact="0"/>
                <dgm:constr type="w" for="ch" forName="Parent" refType="w"/>
                <dgm:constr type="h" for="ch" forName="Parent" refType="h"/>
                <dgm:constr type="l" for="ch" forName="Child" refType="w" fact="0"/>
                <dgm:constr type="t" for="ch" forName="Child" refType="h" fact="0"/>
                <dgm:constr type="w" for="ch" forName="Child" refType="w" fact="0"/>
                <dgm:constr type="h" for="ch" forName="Child" refType="h" fact="0"/>
              </dgm:constrLst>
            </dgm:else>
          </dgm:choose>
          <dgm:layoutNode name="Child" styleLbl="node1">
            <dgm:varLst>
              <dgm:chMax val="0"/>
              <dgm:chPref val="0"/>
              <dgm:bulletEnabled val="1"/>
            </dgm:varLst>
            <dgm:choose name="Name7">
              <dgm:if name="Name8" axis="ch" ptType="node" func="cnt" op="gt" val="1">
                <dgm:alg type="tx">
                  <dgm:param type="parTxLTRAlign" val="l"/>
                  <dgm:param type="parTxRTLAlign" val="r"/>
                  <dgm:param type="txAnchorVert" val="mid"/>
                  <dgm:param type="txAnchorVertCh" val="mid"/>
                </dgm:alg>
              </dgm:if>
              <dgm:else name="Name9">
                <dgm:alg type="tx">
                  <dgm:param type="parTxLTRAlign" val="ctr"/>
                  <dgm:param type="parTxRTLAlign" val="ctr"/>
                  <dgm:param type="shpTxLTRAlignCh" val="l"/>
                  <dgm:param type="shpTxRTLAlignCh" val="r"/>
                  <dgm:param type="txAnchorVert" val="mid"/>
                  <dgm:param type="txAnchorVertCh" val="mid"/>
                </dgm:alg>
              </dgm:else>
            </dgm:choose>
            <dgm:choose name="Name10">
              <dgm:if name="Name11" axis="ch" ptType="node" func="cnt" op="gte" val="1">
                <dgm:shape xmlns:r="http://schemas.openxmlformats.org/officeDocument/2006/relationships" type="rect" r:blip="">
                  <dgm:adjLst/>
                </dgm:shape>
              </dgm:if>
              <dgm:else name="Name12">
                <dgm:shape xmlns:r="http://schemas.openxmlformats.org/officeDocument/2006/relationships" type="rect" r:blip="" hideGeom="1">
                  <dgm:adjLst/>
                </dgm:shape>
              </dgm:else>
            </dgm:choose>
            <dgm:choose name="Name13">
              <dgm:if name="Name14" axis="ch" ptType="node" func="cnt" op="gte" val="1">
                <dgm:presOf axis="des" ptType="node"/>
              </dgm:if>
              <dgm:else name="Name15">
                <dgm:presOf/>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 styleLbl="revTx">
            <dgm:varLst>
              <dgm:chMax val="1"/>
              <dgm:chPref val="0"/>
              <dgm:bulletEnabled val="1"/>
            </dgm:varLst>
            <dgm:alg type="tx">
              <dgm:param type="shpTxLTRAlignCh" val="ctr"/>
              <dgm:param type="txAnchorVert" val="mid"/>
            </dgm:alg>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7/19/26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90175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7/19/26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940919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7/19/26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5434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7/19/26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552317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7/19/26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250948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7/19/26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164634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7/19/26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22530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7/19/26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4230490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7/19/26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1342910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7/19/26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455203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7/19/26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1993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7/19/26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8810130"/>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5" r:id="rId6"/>
    <p:sldLayoutId id="2147483680" r:id="rId7"/>
    <p:sldLayoutId id="2147483681" r:id="rId8"/>
    <p:sldLayoutId id="2147483682" r:id="rId9"/>
    <p:sldLayoutId id="2147483684" r:id="rId10"/>
    <p:sldLayoutId id="2147483683"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Cars parked in a line">
            <a:extLst>
              <a:ext uri="{FF2B5EF4-FFF2-40B4-BE49-F238E27FC236}">
                <a16:creationId xmlns:a16="http://schemas.microsoft.com/office/drawing/2014/main" id="{A70EDDBD-8D9B-EACF-44D0-FDEE77FB8FE1}"/>
              </a:ext>
            </a:extLst>
          </p:cNvPr>
          <p:cNvPicPr>
            <a:picLocks noChangeAspect="1"/>
          </p:cNvPicPr>
          <p:nvPr/>
        </p:nvPicPr>
        <p:blipFill>
          <a:blip r:embed="rId2"/>
          <a:srcRect t="7676" b="17324"/>
          <a:stretch>
            <a:fillRect/>
          </a:stretch>
        </p:blipFill>
        <p:spPr>
          <a:xfrm>
            <a:off x="1" y="10"/>
            <a:ext cx="12192000" cy="6857990"/>
          </a:xfrm>
          <a:prstGeom prst="rect">
            <a:avLst/>
          </a:prstGeom>
        </p:spPr>
      </p:pic>
      <p:sp useBgFill="1">
        <p:nvSpPr>
          <p:cNvPr id="16" name="Rectangle 15">
            <a:extLst>
              <a:ext uri="{FF2B5EF4-FFF2-40B4-BE49-F238E27FC236}">
                <a16:creationId xmlns:a16="http://schemas.microsoft.com/office/drawing/2014/main" id="{D30DD7D3-2712-4491-B2C2-5FC23330C7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3569" y="1066800"/>
            <a:ext cx="5128322" cy="47244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8D9DF6-B9E7-D84F-65F9-B58E5145C80C}"/>
              </a:ext>
            </a:extLst>
          </p:cNvPr>
          <p:cNvSpPr>
            <a:spLocks noGrp="1"/>
          </p:cNvSpPr>
          <p:nvPr>
            <p:ph type="ctrTitle"/>
          </p:nvPr>
        </p:nvSpPr>
        <p:spPr>
          <a:xfrm>
            <a:off x="898737" y="1562101"/>
            <a:ext cx="4359744" cy="2738530"/>
          </a:xfrm>
        </p:spPr>
        <p:txBody>
          <a:bodyPr anchor="t">
            <a:normAutofit/>
          </a:bodyPr>
          <a:lstStyle/>
          <a:p>
            <a:r>
              <a:rPr lang="en-US"/>
              <a:t>Car Rental System</a:t>
            </a:r>
            <a:endParaRPr lang="en-US" dirty="0"/>
          </a:p>
        </p:txBody>
      </p:sp>
      <p:sp>
        <p:nvSpPr>
          <p:cNvPr id="3" name="Subtitle 2">
            <a:extLst>
              <a:ext uri="{FF2B5EF4-FFF2-40B4-BE49-F238E27FC236}">
                <a16:creationId xmlns:a16="http://schemas.microsoft.com/office/drawing/2014/main" id="{D595D0AB-E74E-5683-2698-9536DA333FDA}"/>
              </a:ext>
            </a:extLst>
          </p:cNvPr>
          <p:cNvSpPr>
            <a:spLocks noGrp="1"/>
          </p:cNvSpPr>
          <p:nvPr>
            <p:ph type="subTitle" idx="1"/>
          </p:nvPr>
        </p:nvSpPr>
        <p:spPr>
          <a:xfrm>
            <a:off x="900273" y="4300631"/>
            <a:ext cx="4358208" cy="933760"/>
          </a:xfrm>
        </p:spPr>
        <p:txBody>
          <a:bodyPr>
            <a:normAutofit/>
          </a:bodyPr>
          <a:lstStyle/>
          <a:p>
            <a:r>
              <a:rPr lang="en-US" dirty="0"/>
              <a:t>By: Tegshbayar Ganbat 618066</a:t>
            </a:r>
          </a:p>
        </p:txBody>
      </p:sp>
      <p:cxnSp>
        <p:nvCxnSpPr>
          <p:cNvPr id="13" name="Straight Connector 12">
            <a:extLst>
              <a:ext uri="{FF2B5EF4-FFF2-40B4-BE49-F238E27FC236}">
                <a16:creationId xmlns:a16="http://schemas.microsoft.com/office/drawing/2014/main" id="{FFD0734C-004D-4938-8EA0-2C3867A11A6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6937" y="5780876"/>
            <a:ext cx="5131168"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5191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1C69525-1BE4-4BA0-A23C-3BB6C162E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4775CB-E3B3-A2C1-395A-5B5EC7EDABD2}"/>
              </a:ext>
            </a:extLst>
          </p:cNvPr>
          <p:cNvSpPr>
            <a:spLocks noGrp="1"/>
          </p:cNvSpPr>
          <p:nvPr>
            <p:ph type="title"/>
          </p:nvPr>
        </p:nvSpPr>
        <p:spPr>
          <a:xfrm>
            <a:off x="640079" y="1371601"/>
            <a:ext cx="10890929" cy="1097280"/>
          </a:xfrm>
        </p:spPr>
        <p:txBody>
          <a:bodyPr>
            <a:normAutofit/>
          </a:bodyPr>
          <a:lstStyle/>
          <a:p>
            <a:r>
              <a:rPr lang="en-US" dirty="0"/>
              <a:t>Overview</a:t>
            </a:r>
          </a:p>
        </p:txBody>
      </p:sp>
      <p:cxnSp>
        <p:nvCxnSpPr>
          <p:cNvPr id="11" name="Straight Connector 10">
            <a:extLst>
              <a:ext uri="{FF2B5EF4-FFF2-40B4-BE49-F238E27FC236}">
                <a16:creationId xmlns:a16="http://schemas.microsoft.com/office/drawing/2014/main" id="{B68AF875-C18B-4B48-AE4C-A63FD3CEFB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F989AAA7-D2FF-DC68-0A1B-38C9929E0714}"/>
              </a:ext>
            </a:extLst>
          </p:cNvPr>
          <p:cNvGraphicFramePr>
            <a:graphicFrameLocks noGrp="1"/>
          </p:cNvGraphicFramePr>
          <p:nvPr>
            <p:ph idx="1"/>
            <p:extLst>
              <p:ext uri="{D42A27DB-BD31-4B8C-83A1-F6EECF244321}">
                <p14:modId xmlns:p14="http://schemas.microsoft.com/office/powerpoint/2010/main" val="221834360"/>
              </p:ext>
            </p:extLst>
          </p:nvPr>
        </p:nvGraphicFramePr>
        <p:xfrm>
          <a:off x="640079" y="2559050"/>
          <a:ext cx="10890929" cy="37388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58131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526FBE-8DEC-C63B-8202-41A7C40CDC06}"/>
              </a:ext>
            </a:extLst>
          </p:cNvPr>
          <p:cNvSpPr>
            <a:spLocks noGrp="1"/>
          </p:cNvSpPr>
          <p:nvPr>
            <p:ph type="title"/>
          </p:nvPr>
        </p:nvSpPr>
        <p:spPr>
          <a:xfrm>
            <a:off x="5496821" y="1371600"/>
            <a:ext cx="6034187" cy="1097280"/>
          </a:xfrm>
        </p:spPr>
        <p:txBody>
          <a:bodyPr>
            <a:normAutofit/>
          </a:bodyPr>
          <a:lstStyle/>
          <a:p>
            <a:r>
              <a:rPr lang="en-US" dirty="0"/>
              <a:t>Introduction</a:t>
            </a:r>
          </a:p>
        </p:txBody>
      </p:sp>
      <p:pic>
        <p:nvPicPr>
          <p:cNvPr id="5" name="Picture 4" descr="Large car parking lot from above">
            <a:extLst>
              <a:ext uri="{FF2B5EF4-FFF2-40B4-BE49-F238E27FC236}">
                <a16:creationId xmlns:a16="http://schemas.microsoft.com/office/drawing/2014/main" id="{718690F9-D9DD-94FE-E1B2-6E4A2F97D3AA}"/>
              </a:ext>
            </a:extLst>
          </p:cNvPr>
          <p:cNvPicPr>
            <a:picLocks noChangeAspect="1"/>
          </p:cNvPicPr>
          <p:nvPr/>
        </p:nvPicPr>
        <p:blipFill>
          <a:blip r:embed="rId2"/>
          <a:srcRect l="10375" r="42519"/>
          <a:stretch>
            <a:fillRect/>
          </a:stretch>
        </p:blipFill>
        <p:spPr>
          <a:xfrm>
            <a:off x="20" y="10"/>
            <a:ext cx="4857871" cy="6857990"/>
          </a:xfrm>
          <a:prstGeom prst="rect">
            <a:avLst/>
          </a:prstGeom>
        </p:spPr>
      </p:pic>
      <p:cxnSp>
        <p:nvCxnSpPr>
          <p:cNvPr id="11" name="Straight Connector 10">
            <a:extLst>
              <a:ext uri="{FF2B5EF4-FFF2-40B4-BE49-F238E27FC236}">
                <a16:creationId xmlns:a16="http://schemas.microsoft.com/office/drawing/2014/main" id="{691422F5-4221-4812-AFD9-5479C6D60AD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580905" y="1031005"/>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5481B15-8E84-B66D-6282-77717E618CDF}"/>
              </a:ext>
            </a:extLst>
          </p:cNvPr>
          <p:cNvSpPr>
            <a:spLocks noGrp="1"/>
          </p:cNvSpPr>
          <p:nvPr>
            <p:ph idx="1"/>
          </p:nvPr>
        </p:nvSpPr>
        <p:spPr>
          <a:xfrm>
            <a:off x="5496821" y="2633236"/>
            <a:ext cx="6034187" cy="3664687"/>
          </a:xfrm>
        </p:spPr>
        <p:txBody>
          <a:bodyPr>
            <a:normAutofit/>
          </a:bodyPr>
          <a:lstStyle/>
          <a:p>
            <a:r>
              <a:rPr lang="en-US" sz="1900"/>
              <a:t>The Rental Car Management System is designed to simplify and automate the vehicle rental process for customers and rental companies. It enables customers to search, reserve, rent, and return vehicles, while allowing administrators to efficiently manage vehicle inventory</a:t>
            </a:r>
            <a:r>
              <a:rPr lang="mn-MN" sz="1900"/>
              <a:t> </a:t>
            </a:r>
            <a:r>
              <a:rPr lang="en-US" sz="1900"/>
              <a:t>and reservations. The system improves operational efficiency, prevents booking conflicts, and enhances the overall customer experience through a scalable and object-oriented software design.</a:t>
            </a:r>
          </a:p>
        </p:txBody>
      </p:sp>
    </p:spTree>
    <p:extLst>
      <p:ext uri="{BB962C8B-B14F-4D97-AF65-F5344CB8AC3E}">
        <p14:creationId xmlns:p14="http://schemas.microsoft.com/office/powerpoint/2010/main" val="1625250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059E88-B1D0-4F03-6BB1-22EDE863D3DF}"/>
              </a:ext>
            </a:extLst>
          </p:cNvPr>
          <p:cNvSpPr>
            <a:spLocks noGrp="1"/>
          </p:cNvSpPr>
          <p:nvPr>
            <p:ph type="title"/>
          </p:nvPr>
        </p:nvSpPr>
        <p:spPr>
          <a:xfrm>
            <a:off x="640079" y="570750"/>
            <a:ext cx="10890929" cy="1387934"/>
          </a:xfrm>
        </p:spPr>
        <p:txBody>
          <a:bodyPr anchor="b">
            <a:normAutofit/>
          </a:bodyPr>
          <a:lstStyle/>
          <a:p>
            <a:r>
              <a:rPr lang="en-US" dirty="0"/>
              <a:t>Actors</a:t>
            </a:r>
          </a:p>
        </p:txBody>
      </p:sp>
      <p:cxnSp>
        <p:nvCxnSpPr>
          <p:cNvPr id="14" name="Straight Connector 13">
            <a:extLst>
              <a:ext uri="{FF2B5EF4-FFF2-40B4-BE49-F238E27FC236}">
                <a16:creationId xmlns:a16="http://schemas.microsoft.com/office/drawing/2014/main" id="{E62D3963-2153-4637-96E6-E31BD2CE5D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23074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15" name="Content Placeholder 2">
            <a:extLst>
              <a:ext uri="{FF2B5EF4-FFF2-40B4-BE49-F238E27FC236}">
                <a16:creationId xmlns:a16="http://schemas.microsoft.com/office/drawing/2014/main" id="{B6A0C2BF-FCF2-7EF5-D333-9AFCF6727329}"/>
              </a:ext>
            </a:extLst>
          </p:cNvPr>
          <p:cNvGraphicFramePr>
            <a:graphicFrameLocks noGrp="1"/>
          </p:cNvGraphicFramePr>
          <p:nvPr>
            <p:ph idx="1"/>
            <p:extLst>
              <p:ext uri="{D42A27DB-BD31-4B8C-83A1-F6EECF244321}">
                <p14:modId xmlns:p14="http://schemas.microsoft.com/office/powerpoint/2010/main" val="413216589"/>
              </p:ext>
            </p:extLst>
          </p:nvPr>
        </p:nvGraphicFramePr>
        <p:xfrm>
          <a:off x="640079" y="2559050"/>
          <a:ext cx="10890929" cy="3738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417213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A685C2-6A83-DD61-2D63-F5B0C2BF74C8}"/>
              </a:ext>
            </a:extLst>
          </p:cNvPr>
          <p:cNvSpPr>
            <a:spLocks noGrp="1"/>
          </p:cNvSpPr>
          <p:nvPr>
            <p:ph type="title"/>
          </p:nvPr>
        </p:nvSpPr>
        <p:spPr>
          <a:xfrm>
            <a:off x="640080" y="570750"/>
            <a:ext cx="10890929" cy="1387934"/>
          </a:xfrm>
        </p:spPr>
        <p:txBody>
          <a:bodyPr anchor="b">
            <a:normAutofit/>
          </a:bodyPr>
          <a:lstStyle/>
          <a:p>
            <a:r>
              <a:rPr lang="en-US" dirty="0"/>
              <a:t>Admin</a:t>
            </a:r>
          </a:p>
        </p:txBody>
      </p:sp>
      <p:sp>
        <p:nvSpPr>
          <p:cNvPr id="3" name="Content Placeholder 2">
            <a:extLst>
              <a:ext uri="{FF2B5EF4-FFF2-40B4-BE49-F238E27FC236}">
                <a16:creationId xmlns:a16="http://schemas.microsoft.com/office/drawing/2014/main" id="{2EE8FE8E-E54F-ABAF-867B-E957DFCAD798}"/>
              </a:ext>
            </a:extLst>
          </p:cNvPr>
          <p:cNvSpPr>
            <a:spLocks noGrp="1"/>
          </p:cNvSpPr>
          <p:nvPr>
            <p:ph idx="1"/>
          </p:nvPr>
        </p:nvSpPr>
        <p:spPr>
          <a:xfrm>
            <a:off x="640080" y="2761673"/>
            <a:ext cx="10890929" cy="3536241"/>
          </a:xfrm>
        </p:spPr>
        <p:txBody>
          <a:bodyPr>
            <a:normAutofit/>
          </a:bodyPr>
          <a:lstStyle/>
          <a:p>
            <a:r>
              <a:rPr lang="en-US" dirty="0"/>
              <a:t>Add car </a:t>
            </a:r>
          </a:p>
          <a:p>
            <a:r>
              <a:rPr lang="en-US" dirty="0"/>
              <a:t>Update car</a:t>
            </a:r>
          </a:p>
          <a:p>
            <a:r>
              <a:rPr lang="en-US" dirty="0"/>
              <a:t>Remove car</a:t>
            </a:r>
          </a:p>
          <a:p>
            <a:endParaRPr lang="en-US" dirty="0"/>
          </a:p>
        </p:txBody>
      </p:sp>
      <p:cxnSp>
        <p:nvCxnSpPr>
          <p:cNvPr id="10" name="Straight Connector 9">
            <a:extLst>
              <a:ext uri="{FF2B5EF4-FFF2-40B4-BE49-F238E27FC236}">
                <a16:creationId xmlns:a16="http://schemas.microsoft.com/office/drawing/2014/main" id="{E62D3963-2153-4637-96E6-E31BD2CE5D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23074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1295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BB38D-DD41-7BDE-3024-60B0071A0B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7AE759-0078-1259-51D6-1002A40B0E60}"/>
              </a:ext>
            </a:extLst>
          </p:cNvPr>
          <p:cNvSpPr>
            <a:spLocks noGrp="1"/>
          </p:cNvSpPr>
          <p:nvPr>
            <p:ph type="title"/>
          </p:nvPr>
        </p:nvSpPr>
        <p:spPr/>
        <p:txBody>
          <a:bodyPr/>
          <a:lstStyle/>
          <a:p>
            <a:r>
              <a:rPr lang="en-US" dirty="0"/>
              <a:t>Customer</a:t>
            </a:r>
          </a:p>
        </p:txBody>
      </p:sp>
      <p:graphicFrame>
        <p:nvGraphicFramePr>
          <p:cNvPr id="5" name="Content Placeholder 2">
            <a:extLst>
              <a:ext uri="{FF2B5EF4-FFF2-40B4-BE49-F238E27FC236}">
                <a16:creationId xmlns:a16="http://schemas.microsoft.com/office/drawing/2014/main" id="{4549604D-A39E-E5AB-93AA-84CC2F512A2B}"/>
              </a:ext>
            </a:extLst>
          </p:cNvPr>
          <p:cNvGraphicFramePr>
            <a:graphicFrameLocks noGrp="1"/>
          </p:cNvGraphicFramePr>
          <p:nvPr>
            <p:ph idx="1"/>
          </p:nvPr>
        </p:nvGraphicFramePr>
        <p:xfrm>
          <a:off x="640080" y="2633472"/>
          <a:ext cx="10890928" cy="3566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66586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2E126B2-D014-0B2E-FEA3-FDCAFAE73397}"/>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637580D-1176-4083-A9A1-BD8ED08996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8B34E8-7B97-7CB4-C4D2-107CFAF4EA6C}"/>
              </a:ext>
            </a:extLst>
          </p:cNvPr>
          <p:cNvSpPr>
            <a:spLocks noGrp="1"/>
          </p:cNvSpPr>
          <p:nvPr>
            <p:ph type="title"/>
          </p:nvPr>
        </p:nvSpPr>
        <p:spPr>
          <a:xfrm>
            <a:off x="914400" y="1371600"/>
            <a:ext cx="10360152" cy="1139911"/>
          </a:xfrm>
        </p:spPr>
        <p:txBody>
          <a:bodyPr>
            <a:normAutofit/>
          </a:bodyPr>
          <a:lstStyle/>
          <a:p>
            <a:r>
              <a:rPr lang="en-US" dirty="0"/>
              <a:t>USE CASE</a:t>
            </a:r>
          </a:p>
        </p:txBody>
      </p:sp>
      <p:cxnSp>
        <p:nvCxnSpPr>
          <p:cNvPr id="11" name="Straight Connector 10">
            <a:extLst>
              <a:ext uri="{FF2B5EF4-FFF2-40B4-BE49-F238E27FC236}">
                <a16:creationId xmlns:a16="http://schemas.microsoft.com/office/drawing/2014/main" id="{B9C96FDC-E4C2-7D8A-44BA-572E7CD9E8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91585" y="1027306"/>
            <a:ext cx="10208830"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BE9662A5-E972-5324-ABB4-E25E16EAAA95}"/>
              </a:ext>
            </a:extLst>
          </p:cNvPr>
          <p:cNvGraphicFramePr>
            <a:graphicFrameLocks noGrp="1"/>
          </p:cNvGraphicFramePr>
          <p:nvPr>
            <p:ph idx="1"/>
            <p:extLst>
              <p:ext uri="{D42A27DB-BD31-4B8C-83A1-F6EECF244321}">
                <p14:modId xmlns:p14="http://schemas.microsoft.com/office/powerpoint/2010/main" val="942674321"/>
              </p:ext>
            </p:extLst>
          </p:nvPr>
        </p:nvGraphicFramePr>
        <p:xfrm>
          <a:off x="914400" y="2607561"/>
          <a:ext cx="10363200" cy="36903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827415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B44546-1383-E379-79E6-E9A482C97DE7}"/>
              </a:ext>
            </a:extLst>
          </p:cNvPr>
          <p:cNvSpPr>
            <a:spLocks noGrp="1"/>
          </p:cNvSpPr>
          <p:nvPr>
            <p:ph type="title"/>
          </p:nvPr>
        </p:nvSpPr>
        <p:spPr>
          <a:xfrm>
            <a:off x="640080" y="1302091"/>
            <a:ext cx="3291840" cy="2770216"/>
          </a:xfrm>
        </p:spPr>
        <p:txBody>
          <a:bodyPr vert="horz" lIns="91440" tIns="45720" rIns="91440" bIns="45720" rtlCol="0" anchor="t">
            <a:normAutofit/>
          </a:bodyPr>
          <a:lstStyle/>
          <a:p>
            <a:r>
              <a:rPr lang="en-US" sz="4400"/>
              <a:t>Create User Account</a:t>
            </a:r>
          </a:p>
        </p:txBody>
      </p:sp>
      <p:cxnSp>
        <p:nvCxnSpPr>
          <p:cNvPr id="14" name="Straight Connector 13">
            <a:extLst>
              <a:ext uri="{FF2B5EF4-FFF2-40B4-BE49-F238E27FC236}">
                <a16:creationId xmlns:a16="http://schemas.microsoft.com/office/drawing/2014/main" id="{59D7B6BE-A4E0-4483-BEC5-493AC3E5D2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4459606"/>
            <a:ext cx="978862"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 name="Content Placeholder 4" descr="A diagram of a flowchart&#10;&#10;AI-generated content may be incorrect.">
            <a:extLst>
              <a:ext uri="{FF2B5EF4-FFF2-40B4-BE49-F238E27FC236}">
                <a16:creationId xmlns:a16="http://schemas.microsoft.com/office/drawing/2014/main" id="{8E91F397-B788-88A9-FA58-70394F4DC510}"/>
              </a:ext>
            </a:extLst>
          </p:cNvPr>
          <p:cNvPicPr>
            <a:picLocks noGrp="1" noChangeAspect="1"/>
          </p:cNvPicPr>
          <p:nvPr>
            <p:ph idx="1"/>
          </p:nvPr>
        </p:nvPicPr>
        <p:blipFill>
          <a:blip r:embed="rId2"/>
          <a:stretch>
            <a:fillRect/>
          </a:stretch>
        </p:blipFill>
        <p:spPr>
          <a:xfrm>
            <a:off x="4443984" y="1295590"/>
            <a:ext cx="7086600" cy="4216527"/>
          </a:xfrm>
          <a:prstGeom prst="rect">
            <a:avLst/>
          </a:prstGeom>
        </p:spPr>
      </p:pic>
    </p:spTree>
    <p:extLst>
      <p:ext uri="{BB962C8B-B14F-4D97-AF65-F5344CB8AC3E}">
        <p14:creationId xmlns:p14="http://schemas.microsoft.com/office/powerpoint/2010/main" val="26501686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26" name="Rectangle 25">
            <a:extLst>
              <a:ext uri="{FF2B5EF4-FFF2-40B4-BE49-F238E27FC236}">
                <a16:creationId xmlns:a16="http://schemas.microsoft.com/office/drawing/2014/main" id="{149F9F0F-FB8C-5565-247C-BDCC156B5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7" name="Rectangle 26">
            <a:extLst>
              <a:ext uri="{FF2B5EF4-FFF2-40B4-BE49-F238E27FC236}">
                <a16:creationId xmlns:a16="http://schemas.microsoft.com/office/drawing/2014/main" id="{ABA4FDDF-F59C-428B-8603-3A86D75931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diagram of a car rental system&#10;&#10;AI-generated content may be incorrect.">
            <a:extLst>
              <a:ext uri="{FF2B5EF4-FFF2-40B4-BE49-F238E27FC236}">
                <a16:creationId xmlns:a16="http://schemas.microsoft.com/office/drawing/2014/main" id="{894E4E9B-C0B6-64B0-B1DC-0F3546CEE051}"/>
              </a:ext>
            </a:extLst>
          </p:cNvPr>
          <p:cNvPicPr>
            <a:picLocks noGrp="1" noChangeAspect="1"/>
          </p:cNvPicPr>
          <p:nvPr>
            <p:ph idx="1"/>
          </p:nvPr>
        </p:nvPicPr>
        <p:blipFill>
          <a:blip r:embed="rId2"/>
          <a:srcRect t="2064" b="13666"/>
          <a:stretch>
            <a:fillRect/>
          </a:stretch>
        </p:blipFill>
        <p:spPr>
          <a:xfrm>
            <a:off x="1" y="1"/>
            <a:ext cx="12192000" cy="6857988"/>
          </a:xfrm>
          <a:prstGeom prst="rect">
            <a:avLst/>
          </a:prstGeom>
        </p:spPr>
      </p:pic>
      <p:cxnSp>
        <p:nvCxnSpPr>
          <p:cNvPr id="25" name="Straight Connector 24">
            <a:extLst>
              <a:ext uri="{FF2B5EF4-FFF2-40B4-BE49-F238E27FC236}">
                <a16:creationId xmlns:a16="http://schemas.microsoft.com/office/drawing/2014/main" id="{9AE2764D-E1C7-4C0E-A5A4-12411550AB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90600"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55966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diagram of a car rental system&#10;&#10;AI-generated content may be incorrect.">
            <a:extLst>
              <a:ext uri="{FF2B5EF4-FFF2-40B4-BE49-F238E27FC236}">
                <a16:creationId xmlns:a16="http://schemas.microsoft.com/office/drawing/2014/main" id="{0DCA0108-DA89-D9D2-C1E7-6972429DDD18}"/>
              </a:ext>
            </a:extLst>
          </p:cNvPr>
          <p:cNvPicPr>
            <a:picLocks noGrp="1" noChangeAspect="1"/>
          </p:cNvPicPr>
          <p:nvPr>
            <p:ph idx="1"/>
          </p:nvPr>
        </p:nvPicPr>
        <p:blipFill>
          <a:blip r:embed="rId2"/>
          <a:stretch>
            <a:fillRect/>
          </a:stretch>
        </p:blipFill>
        <p:spPr bwMode="auto">
          <a:xfrm>
            <a:off x="2303543" y="811531"/>
            <a:ext cx="7400527" cy="59225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2019923"/>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webextensions/_rels/taskpanes.xml.rels><?xml version="1.0" encoding="UTF-8" standalone="yes"?>
<Relationships xmlns="http://schemas.openxmlformats.org/package/2006/relationships"><Relationship Id="rId3" Type="http://schemas.microsoft.com/office/2011/relationships/webextension" Target="webextension3.xml"/><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 dockstate="right" visibility="0" width="350" row="0">
    <wetp:webextensionref xmlns:r="http://schemas.openxmlformats.org/officeDocument/2006/relationships" r:id="rId3"/>
  </wetp:taskpane>
</wetp:taskpanes>
</file>

<file path=ppt/webextensions/webextension1.xml><?xml version="1.0" encoding="utf-8"?>
<we:webextension xmlns:we="http://schemas.microsoft.com/office/webextensions/webextension/2010/11" id="{15018AA4-4334-3349-BE2C-5AC41B3CE74B}">
  <we:reference id="b0430364-2ab6-47cd-907e-f8b72239b204" version="4.13.31.0" store="EXCatalog" storeType="EXCatalog"/>
  <we:alternateReferences>
    <we:reference id="WA200000729" version="4.13.31.0" store="en-US"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D1E7A3E0-C8AA-F842-A6D7-44DEF01DD1CE}">
  <we:reference id="4b785c87-866c-4bad-85d8-5d1ae467ac9a" version="3.26.0.0" store="EXCatalog" storeType="EXCatalog"/>
  <we:alternateReferences>
    <we:reference id="WA104381909" version="3.26.0.0" store="en-US" storeType="OMEX"/>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9F24E66F-B996-BD47-B4FD-4C57458397FE}">
  <we:reference id="22ff87a5-132f-4d52-9e97-94d888e4dd91" version="3.8.0.0" store="EXCatalog" storeType="EXCatalog"/>
  <we:alternateReferences>
    <we:reference id="WA104380050" version="3.8.0.0" store="en-US"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46</TotalTime>
  <Words>131</Words>
  <Application>Microsoft Macintosh PowerPoint</Application>
  <PresentationFormat>Widescreen</PresentationFormat>
  <Paragraphs>34</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Grandview Display</vt:lpstr>
      <vt:lpstr>DashVTI</vt:lpstr>
      <vt:lpstr>Car Rental System</vt:lpstr>
      <vt:lpstr>Overview</vt:lpstr>
      <vt:lpstr>Introduction</vt:lpstr>
      <vt:lpstr>Actors</vt:lpstr>
      <vt:lpstr>Admin</vt:lpstr>
      <vt:lpstr>Customer</vt:lpstr>
      <vt:lpstr>USE CASE</vt:lpstr>
      <vt:lpstr>Create User Account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Tegshbayar Ganbat</dc:creator>
  <cp:lastModifiedBy>Tegshbayar Ganbat</cp:lastModifiedBy>
  <cp:revision>2</cp:revision>
  <dcterms:created xsi:type="dcterms:W3CDTF">2026-07-07T21:17:56Z</dcterms:created>
  <dcterms:modified xsi:type="dcterms:W3CDTF">2026-07-19T16:41:40Z</dcterms:modified>
</cp:coreProperties>
</file>